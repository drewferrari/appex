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8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284C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485962" cy="419100"/>
          </a:xfrm>
          <a:prstGeom prst="roundRect">
            <a:avLst>
              <a:gd name="adj" fmla="val 454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48596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HARDWARE MANAGEMENT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701134"/>
            <a:ext cx="171445" cy="141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Appex Hardware Store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Management System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&amp; Checkout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794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&amp; Serials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9286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Trade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914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Setup &amp; Settings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433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Introduction &amp;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8238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Designed For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874519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872" y="1819275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Hardware Stores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141220"/>
            <a:ext cx="133346" cy="80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2085975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Building Material Suppliers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07920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2352675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Tool Shops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674620"/>
            <a:ext cx="133346" cy="800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872" y="2619374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Lumber Yards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667124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FF7ED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481664" y="48155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9163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3876674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27" y="4238624"/>
            <a:ext cx="330509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Comprehensive point-of-Sale and inventory management solution tailored for hardware retail operations.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9509" y="1038224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875924" y="178180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10004" y="1248335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10004" y="153352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Number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0004" y="18002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For high-value items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4621" y="1038224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381036" y="178180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15117" y="1248335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15117" y="153352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117" y="18002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Trade account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9509" y="2771775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875924" y="3515360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10004" y="297628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10004" y="326707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Pricing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0004" y="3533774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Project-based pricing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4621" y="2771775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7381036" y="3515360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15117" y="2974881"/>
            <a:ext cx="190495" cy="16528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15117" y="326707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Orders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5117" y="3533774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 management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9509" y="4514850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3875924" y="5258435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10004" y="4730563"/>
            <a:ext cx="190495" cy="14007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810004" y="5010149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0004" y="527685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Purchase order tracking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4621" y="4514850"/>
            <a:ext cx="3400339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7381036" y="5258435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15117" y="4724960"/>
            <a:ext cx="190495" cy="1512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15117" y="5010149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Multi-Store Sync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5117" y="527685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Real-time inventory sync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1529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Login Process &amp; First-Time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2.1 - 2.2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200319" cy="509587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02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1152524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Login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71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716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71625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appex.co.zw/login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95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954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95474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username (email)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219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219324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5431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5431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54317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"Login"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867025"/>
            <a:ext cx="2857428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18798" y="30054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76" y="2943225"/>
            <a:ext cx="26859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2FA code if enabled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974466"/>
            <a:ext cx="133346" cy="12801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057548" y="1000125"/>
            <a:ext cx="746741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09944" y="1249311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57588" y="1209674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First-Time Setup Wizard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9944" y="157162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5192" y="166687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1: Business Info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5192" y="18573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Store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5192" y="20288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Type: Hardware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5192" y="22002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Address, phone, logo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19709" y="157162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4957" y="166687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2: Store 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4957" y="18573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General Hardware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4957" y="20288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Building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4957" y="22002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Tools, Plumbing, Electrical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4957" y="23717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Paint, Lumber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8999" y="157162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34246" y="166687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3: Currency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246" y="18573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Primary: USD/ZWL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246" y="20288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Dual pricing option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9944" y="269557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5192" y="279082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4: Hardware Settings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5192" y="29813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Serial 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5192" y="31527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Contractor accounts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5192" y="33242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Special orders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5192" y="34956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Bulk pricing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19709" y="269557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4957" y="279082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5: User Accounts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4957" y="29813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Create staff accounts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4957" y="31527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Assign roles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4957" y="33242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Set permissions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38999" y="2695575"/>
            <a:ext cx="2333566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34246" y="2790824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6: Complete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4246" y="298132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Review settings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34246" y="31527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Go to Dashboard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9944" y="3819524"/>
            <a:ext cx="7162620" cy="3429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4071514" y="39579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05192" y="3895724"/>
            <a:ext cx="69911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all steps before adding products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05192" y="3932300"/>
            <a:ext cx="133346" cy="117348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64838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Hardware-Specific Settings &amp; User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5359"/>
            <a:ext cx="171445" cy="1410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Hardware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18786" y="17719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651635"/>
            <a:ext cx="133346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1847849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Serial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0815" y="15335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152373" y="17719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86062" y="1651635"/>
            <a:ext cx="133346" cy="106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86062" y="1847849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Contractor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152650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18786" y="2391092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2273427"/>
            <a:ext cx="133346" cy="1013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2476" y="246697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Terms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0815" y="2152650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152373" y="2391092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86062" y="2265426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86062" y="246697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2771775"/>
            <a:ext cx="4990975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18786" y="301021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2476" y="2884550"/>
            <a:ext cx="133346" cy="1173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52476" y="3086100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Bulk Pricing Tiers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1230568"/>
            <a:ext cx="171445" cy="1106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29234" y="1171575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Roles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1590" y="1533525"/>
            <a:ext cx="2457388" cy="476249"/>
          </a:xfrm>
          <a:prstGeom prst="roundRect">
            <a:avLst>
              <a:gd name="adj" fmla="val 16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176486" y="17386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6838" y="16097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838" y="178117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Full access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177" y="1533525"/>
            <a:ext cx="2457388" cy="476249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8710073" y="17386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0424" y="16097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0424" y="178117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2085975"/>
            <a:ext cx="2457388" cy="47624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176486" y="229107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6838" y="216217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6838" y="23336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POS only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177" y="2085975"/>
            <a:ext cx="2457388" cy="476249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710073" y="229107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10424" y="216217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Clerk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0424" y="23336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1590" y="2638425"/>
            <a:ext cx="4990975" cy="476249"/>
          </a:xfrm>
          <a:prstGeom prst="roundRect">
            <a:avLst>
              <a:gd name="adj" fmla="val 16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6176486" y="28435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6838" y="27146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6838" y="288607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&amp; contractor accounts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36099"/>
            <a:ext cx="171445" cy="995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239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54302"/>
            <a:ext cx="133346" cy="1013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Name/Logo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0339" y="153352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76538" y="1652968"/>
            <a:ext cx="133346" cy="1040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76538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52650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266759"/>
            <a:ext cx="133346" cy="1146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26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Notifications Bell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339" y="2152650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76538" y="2265426"/>
            <a:ext cx="133346" cy="1173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6538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77177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2879216"/>
            <a:ext cx="133346" cy="1280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3426" y="308610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Currency Toggle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0339" y="277177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476538" y="2889885"/>
            <a:ext cx="133346" cy="1066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76538" y="308610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Branch Selector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1216741"/>
            <a:ext cx="171445" cy="13826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10184" y="1171575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Stats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2540" y="15335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09810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7788" y="1609724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$5,280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7788" y="1876424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7948" y="15335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7805218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3196" y="1609724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3196" y="1876424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53356" y="15335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9500626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48603" y="1609724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38%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8603" y="1876424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Contractor Sales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2540" y="21812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109810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7788" y="2257425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7788" y="2524125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57948" y="21812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805218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3196" y="2257425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3196" y="2524125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Special Orders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53356" y="2181225"/>
            <a:ext cx="1619209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9500626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8603" y="2257425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8603" y="2524125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Overdue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7527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Dashboard 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9507"/>
            <a:ext cx="171445" cy="1327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62303"/>
            <a:ext cx="133346" cy="8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0339" y="1533525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76538" y="1659636"/>
            <a:ext cx="133346" cy="9067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76538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 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52650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265426"/>
            <a:ext cx="133346" cy="1173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26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Contractor vs Retail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339" y="2152650"/>
            <a:ext cx="2466913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76538" y="2278761"/>
            <a:ext cx="133346" cy="906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6538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by Dept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809875"/>
            <a:ext cx="5010024" cy="533399"/>
          </a:xfrm>
          <a:prstGeom prst="roundRect">
            <a:avLst>
              <a:gd name="adj" fmla="val 14285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23549" y="304355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76" y="2886075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476" y="3076574"/>
            <a:ext cx="657208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476" y="3076574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New Sale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7783" y="3076574"/>
            <a:ext cx="885802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7783" y="3076574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Special 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81210" y="3076574"/>
            <a:ext cx="838179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1210" y="3076574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Check Stock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62540" y="1212593"/>
            <a:ext cx="171445" cy="1465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10184" y="1171575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Alerts &amp; Notifications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2540" y="1533525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219348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57788" y="1646301"/>
            <a:ext cx="133346" cy="1173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57808" y="1657350"/>
            <a:ext cx="885802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Low stock 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2540" y="1962149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219348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57788" y="2082927"/>
            <a:ext cx="133346" cy="10134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57808" y="2085975"/>
            <a:ext cx="169540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orders ready for pickup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62540" y="2390774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219348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57788" y="2506218"/>
            <a:ext cx="133346" cy="11201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57808" y="2514600"/>
            <a:ext cx="2009724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Contractor account approaching limit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62540" y="2819399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6219348" y="296259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57788" y="2932175"/>
            <a:ext cx="133346" cy="117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57808" y="2943225"/>
            <a:ext cx="933426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Overdue invoices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624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Accessing POS &amp;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4.1 - 4.2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"Sales"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38324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"New Sale"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22272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1905" y="1171575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Selection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4261" y="1533525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4261" y="1533525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Department Tabs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81410" y="1627251"/>
            <a:ext cx="133346" cy="1173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524261" y="1904999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4261" y="1904999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Category Grid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2004059"/>
            <a:ext cx="133346" cy="1066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524261" y="2276474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4261" y="2276474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Search Bar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81410" y="2376868"/>
            <a:ext cx="133346" cy="10401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524261" y="2647949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4261" y="2647949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Barcode Scanner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81410" y="2741675"/>
            <a:ext cx="133346" cy="11734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48463" y="1171575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Shopping Cart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00819" y="1533525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0819" y="1533525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Product Name, Qty, Price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57968" y="1627251"/>
            <a:ext cx="133346" cy="11734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200819" y="1904999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0819" y="1904999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Unit of Measure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57968" y="2017394"/>
            <a:ext cx="133346" cy="8001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200819" y="2276474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0819" y="2276474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Totals with Tax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57968" y="2375535"/>
            <a:ext cx="133346" cy="10668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4673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POS Right Panel &amp; Customer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30568"/>
            <a:ext cx="171445" cy="110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Section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4036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652968"/>
            <a:ext cx="133346" cy="1040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2496" y="1657350"/>
            <a:ext cx="1371565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existing 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196214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14036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2082927"/>
            <a:ext cx="133346" cy="1013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496" y="2085975"/>
            <a:ext cx="101914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new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390774"/>
            <a:ext cx="4990975" cy="838200"/>
          </a:xfrm>
          <a:prstGeom prst="roundRect">
            <a:avLst>
              <a:gd name="adj" fmla="val 909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71148" y="2776854"/>
            <a:ext cx="838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476" y="246697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For Contractors: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265747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Select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28289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View credit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300037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Check balance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28" y="330517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714036" y="34483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3417950"/>
            <a:ext cx="133346" cy="1173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52496" y="3429000"/>
            <a:ext cx="112392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Apply trade discount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1222272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234" y="11715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Section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1590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1590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05652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5652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1590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05652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05652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1590" y="21812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1590" y="21812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Account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5652" y="21812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5652" y="21812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Bank Transfer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2524125"/>
            <a:ext cx="4990975" cy="495299"/>
          </a:xfrm>
          <a:prstGeom prst="roundRect">
            <a:avLst>
              <a:gd name="adj" fmla="val 15384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166961" y="2738754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26003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For Credit: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838" y="2790824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payment terms, invoice generated, balance updated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6671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Processing a Sale - Part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144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29" y="11144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20" y="1133475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Identify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1457325"/>
            <a:ext cx="2505012" cy="495299"/>
          </a:xfrm>
          <a:prstGeom prst="roundRect">
            <a:avLst>
              <a:gd name="adj" fmla="val 1538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533525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Retail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" y="17240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or add new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0339" y="1457325"/>
            <a:ext cx="2505012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6538" y="1533525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6538" y="17240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Shows credit limit &amp; 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590924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505476" y="47631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129" y="37052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29" y="37052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3724274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Units of Measure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4048124"/>
            <a:ext cx="5086222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4160520"/>
            <a:ext cx="133346" cy="800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6298" y="4152899"/>
            <a:ext cx="161920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Length: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Timber, pipe (meters)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4419600"/>
            <a:ext cx="5086222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4513326"/>
            <a:ext cx="133346" cy="1173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76298" y="4524374"/>
            <a:ext cx="1466813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Cement, sand (kg)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129" y="4791075"/>
            <a:ext cx="5086222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4884801"/>
            <a:ext cx="133346" cy="1173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76298" y="4895849"/>
            <a:ext cx="172398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Bulk: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Quantity with auto-pricing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045" y="1000125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99983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4441" y="11144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1" y="11144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333" y="1133475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Scan or Search Products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1493901"/>
            <a:ext cx="133346" cy="1173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33986" y="147637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 barcode scanner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1748218"/>
            <a:ext cx="133346" cy="10401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33986" y="1724024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product name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24441" y="1989201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33986" y="197167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category buttons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045" y="3590924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999836" y="47631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4441" y="37052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4441" y="37052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7333" y="3724274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Serialized Items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24441" y="4090035"/>
            <a:ext cx="133346" cy="1066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533986" y="4067174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Prompt for serial number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24441" y="4329683"/>
            <a:ext cx="133346" cy="12268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33986" y="4314825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item in stock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24441" y="4585334"/>
            <a:ext cx="133346" cy="1066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533986" y="4562475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 with sale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7433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Processing a Sale - Part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76852" y="1743710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14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29" y="1114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111442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Trade 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141922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Auto-applies for contractors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1609724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Based on tier percentage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29" y="180022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Manager approval to override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733674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76852" y="347725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29" y="28479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29" y="28479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2847974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Additional 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15277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Click "Add Discount"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29" y="334327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Percentage or fixed 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" y="3533774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Manager approval for large discounts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467224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76852" y="521080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9129" y="4581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129" y="4581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21" y="4581524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48863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29" y="48863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 with change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1290" y="48863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1290" y="48863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Mobile money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129" y="5153024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129" y="5153024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account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1290" y="5153024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1290" y="5153024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payment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62540" y="1152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2540" y="11525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432" y="1152524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Options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2540" y="1533525"/>
            <a:ext cx="5010024" cy="723900"/>
          </a:xfrm>
          <a:prstGeom prst="roundRect">
            <a:avLst>
              <a:gd name="adj" fmla="val 2105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6033610" y="1862455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95887" y="1712041"/>
            <a:ext cx="171445" cy="13826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95887" y="1952624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Receipt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2540" y="2333624"/>
            <a:ext cx="5010024" cy="723900"/>
          </a:xfrm>
          <a:prstGeom prst="roundRect">
            <a:avLst>
              <a:gd name="adj" fmla="val 2105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033610" y="2662554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95887" y="2517672"/>
            <a:ext cx="171445" cy="1272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95887" y="2752725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Delivery Note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2540" y="3133724"/>
            <a:ext cx="5010024" cy="723900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6033610" y="3462654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95887" y="3306711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95887" y="3552825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via WhatsApp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62540" y="3933824"/>
            <a:ext cx="5010024" cy="723900"/>
          </a:xfrm>
          <a:prstGeom prst="roundRect">
            <a:avLst>
              <a:gd name="adj" fmla="val 2105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6033610" y="4262754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4117872"/>
            <a:ext cx="171445" cy="12720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495887" y="4352924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via Email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62540" y="4733925"/>
            <a:ext cx="5010024" cy="723900"/>
          </a:xfrm>
          <a:prstGeom prst="roundRect">
            <a:avLst>
              <a:gd name="adj" fmla="val 2105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6033610" y="5062855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4926268"/>
            <a:ext cx="171445" cy="11061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495887" y="5153024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Create Delivery Job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814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Special Hardware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76852" y="1743710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77259"/>
            <a:ext cx="171445" cy="1410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1133475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Project-Based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57325"/>
            <a:ext cx="885802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57325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1130" y="1457325"/>
            <a:ext cx="65720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1130" y="1457325"/>
            <a:ext cx="6572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537" y="1457325"/>
            <a:ext cx="105724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537" y="1457325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Profitability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733674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76852" y="347725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906661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2867025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Quote to Sale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29" y="3190874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Sales → Quotes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" y="338137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Find quote → Convert to Sale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29" y="357187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Adjust quantities if needed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467224"/>
            <a:ext cx="5352916" cy="161925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76852" y="5210809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40211"/>
            <a:ext cx="171445" cy="1493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6773" y="4600575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29" y="4924424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Click "Special Order" if not in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29" y="511492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Select supplier, customer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29" y="530542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Collect deposit, track until received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12046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29234" y="1152524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Pricing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2540" y="1533525"/>
            <a:ext cx="5010024" cy="1162050"/>
          </a:xfrm>
          <a:prstGeom prst="roundRect">
            <a:avLst>
              <a:gd name="adj" fmla="val 1311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6838" y="1647825"/>
            <a:ext cx="47814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Auto-Applied Discounts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6838" y="1914525"/>
            <a:ext cx="478143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6838" y="1914525"/>
            <a:ext cx="47814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10+ units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= 5% off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6838" y="2276474"/>
            <a:ext cx="478143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6838" y="2276474"/>
            <a:ext cx="47814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50+ units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= 10% off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2540" y="2809875"/>
            <a:ext cx="5010024" cy="6096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6090760" y="308165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5887" y="2924175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Wholesale Pricing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5887" y="3152775"/>
            <a:ext cx="47623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Available for registered contractors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3242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Inventory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20109" y="247649"/>
            <a:ext cx="904852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0109" y="247649"/>
            <a:ext cx="9048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552536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37848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476" y="1609724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 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5962" y="1533525"/>
            <a:ext cx="1552536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366582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1210" y="1609724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1914525"/>
            <a:ext cx="1552536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37848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476" y="1990724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Low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5962" y="1914525"/>
            <a:ext cx="1552536" cy="3048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366582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1210" y="1990724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Serialized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1905" y="1171575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4261" y="1533525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81410" y="1645920"/>
            <a:ext cx="133346" cy="8001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0955" y="1638299"/>
            <a:ext cx="112392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Name, SKU, barcode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4261" y="1904999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2017394"/>
            <a:ext cx="133346" cy="800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90955" y="2009774"/>
            <a:ext cx="2190695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Specifications (unit, weight, dimensions)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2276474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81410" y="2388870"/>
            <a:ext cx="133346" cy="8001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90955" y="2381250"/>
            <a:ext cx="1657308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Pricing (cost, retail, wholesale)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4261" y="2647949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81410" y="2760345"/>
            <a:ext cx="133346" cy="800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90955" y="2752725"/>
            <a:ext cx="112392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Serial/batch tracking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48463" y="117157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00819" y="1533525"/>
            <a:ext cx="3171745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8005239" y="17291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6067" y="16097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6067" y="17621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Scan, qty, serial numbers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00819" y="2066924"/>
            <a:ext cx="3171745" cy="457200"/>
          </a:xfrm>
          <a:prstGeom prst="roundRect">
            <a:avLst>
              <a:gd name="adj" fmla="val 1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005239" y="22625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6067" y="21431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6067" y="22955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Count sheets, variance calc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0819" y="2600325"/>
            <a:ext cx="3171745" cy="4572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8005239" y="27959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6067" y="26765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Adjustments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6067" y="28289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Damaged, theft, corrections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00819" y="3133724"/>
            <a:ext cx="3171745" cy="457200"/>
          </a:xfrm>
          <a:prstGeom prst="roundRect">
            <a:avLst>
              <a:gd name="adj" fmla="val 16666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8005239" y="33293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6067" y="32099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Transfers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6067" y="33623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Between locations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