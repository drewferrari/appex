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30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Relationship Id="rId10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284C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457388" cy="419100"/>
          </a:xfrm>
          <a:prstGeom prst="roundRect">
            <a:avLst>
              <a:gd name="adj" fmla="val 454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45738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MANAGEMENT &amp; REPORTS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702516"/>
            <a:ext cx="171445" cy="138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Supplier, Customer &amp;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Reports Management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Hardware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447800"/>
            <a:ext cx="2800279" cy="3962399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809522" y="3362959"/>
            <a:ext cx="3962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7525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1717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336482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171700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647949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POs &amp;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205162"/>
            <a:ext cx="228594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505199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Profiles &amp;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8862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4062412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88620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413384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 &amp; Financial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5910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74154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59105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Settings &amp;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83869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System Setup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6102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Supplier Management - Access &amp; Adding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8.1 - 8.3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22272"/>
            <a:ext cx="171445" cy="1272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Supplier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1533525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"Add New Supplier"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781174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781174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1765" y="1781174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1765" y="1781174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08597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208597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&amp;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1765" y="208597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1765" y="208597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28" y="2390774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228" y="2390774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1765" y="2390774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1765" y="2390774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Delivery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269557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228" y="269557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Min order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1765" y="2695575"/>
            <a:ext cx="247643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1765" y="2695575"/>
            <a:ext cx="24764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Lead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16741"/>
            <a:ext cx="171445" cy="1382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9234" y="1171575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 Tracking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1590" y="1533525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6143148" y="177196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53136" y="1646301"/>
            <a:ext cx="133346" cy="1173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76838" y="1847849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On-time delivery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177" y="1533525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8676735" y="177196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86722" y="1648968"/>
            <a:ext cx="133346" cy="11201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10424" y="1847849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Quality rating (1-5)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1590" y="2152650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6143148" y="2391092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53136" y="2273427"/>
            <a:ext cx="133346" cy="10134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76838" y="246697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Price competitiveness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177" y="2152650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8676735" y="2391092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086722" y="2270760"/>
            <a:ext cx="133346" cy="1066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010424" y="246697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Complete order 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1590" y="2771775"/>
            <a:ext cx="4990975" cy="542925"/>
          </a:xfrm>
          <a:prstGeom prst="roundRect">
            <a:avLst>
              <a:gd name="adj" fmla="val 1403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6143148" y="301021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819929" y="2893885"/>
            <a:ext cx="133346" cy="9867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476838" y="3086100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Lead time average &amp; Responsiveness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766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Purchase Orders - Creating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08445"/>
            <a:ext cx="171445" cy="1548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Create 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33525"/>
            <a:ext cx="26478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Suppliers → Purchase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38324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supplier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143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1431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20" y="2143125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expected delivery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4479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4479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2447924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products: Search, Qty, Unit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16741"/>
            <a:ext cx="171445" cy="1382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29234" y="1171575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&amp; Send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1590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6382" y="1533525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Review order total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1590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6382" y="1838324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notes for supplier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1590" y="2181225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143148" y="241966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53136" y="2299335"/>
            <a:ext cx="133346" cy="1066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76838" y="2495550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Save as Draft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177" y="2181225"/>
            <a:ext cx="2457388" cy="542925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8676735" y="2419667"/>
            <a:ext cx="5429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86722" y="2299335"/>
            <a:ext cx="133346" cy="1066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10424" y="2495550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Send to Supplier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3148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Purchase Orders - Receiving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Receive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33525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Pending Receipt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19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19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19275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order → Click "Receive Order"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1050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1050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20" y="2105024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received quantities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3907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3907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2390774"/>
            <a:ext cx="25240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serial numbers for serialized 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676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2753157"/>
            <a:ext cx="114297" cy="753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62020" y="2676524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Complete Receipt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1205680"/>
            <a:ext cx="171445" cy="1603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29234" y="1171575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Updates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1533525"/>
            <a:ext cx="4990975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195536" y="1719579"/>
            <a:ext cx="4381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4937" y="1647825"/>
            <a:ext cx="47433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updates inventory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automatically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1684401"/>
            <a:ext cx="133346" cy="11734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381590" y="2047874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6238398" y="21910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1590" y="2047874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Add receiving notes for discrepancies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76838" y="2160651"/>
            <a:ext cx="133346" cy="11734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3718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Customer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9.1 - 9.3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41629"/>
            <a:ext cx="171445" cy="884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038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View all customers (retail)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64970"/>
            <a:ext cx="133346" cy="800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7228" y="1962149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962149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Search by name, phone, email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093595"/>
            <a:ext cx="133346" cy="8001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7228" y="2390774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390774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Filter by customer type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522220"/>
            <a:ext cx="133346" cy="8001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57228" y="2819399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819399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Export customer list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950845"/>
            <a:ext cx="133346" cy="8001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222272"/>
            <a:ext cx="171445" cy="1272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29234" y="1171575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 Customer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5335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1590" y="15335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5652" y="153352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5652" y="153352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590" y="185737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1590" y="185737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5652" y="1857375"/>
            <a:ext cx="246691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5652" y="1857375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1590" y="2200275"/>
            <a:ext cx="4990975" cy="533399"/>
          </a:xfrm>
          <a:prstGeom prst="roundRect">
            <a:avLst>
              <a:gd name="adj" fmla="val 14285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147911" y="243395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6838" y="2276474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Type: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6838" y="2466975"/>
            <a:ext cx="447663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6838" y="2466975"/>
            <a:ext cx="4476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Retail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62600" y="2466975"/>
            <a:ext cx="342891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2600" y="2466975"/>
            <a:ext cx="3428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DIY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43591" y="2466975"/>
            <a:ext cx="819129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3591" y="2466975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Professional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1336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Customer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68853"/>
            <a:ext cx="152396" cy="1197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192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4192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Contact info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1478539"/>
            <a:ext cx="114297" cy="14807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9129" y="17621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129" y="17621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Total purchases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1846118"/>
            <a:ext cx="114297" cy="9871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9129" y="21050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29" y="21050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Avg transaction value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6278" y="2194213"/>
            <a:ext cx="114297" cy="8832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19129" y="24479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29" y="24479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Last purchase date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6278" y="2530619"/>
            <a:ext cx="114297" cy="10131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86162" y="1163410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76658" y="1133475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Purchase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6162" y="14192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6162" y="14192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All transactions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43311" y="1521402"/>
            <a:ext cx="114297" cy="6234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486162" y="17621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6162" y="17621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Filter by date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43311" y="1861704"/>
            <a:ext cx="114297" cy="6754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486162" y="21050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6162" y="21050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View receipts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43311" y="2196811"/>
            <a:ext cx="114297" cy="8312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86162" y="24479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4376307" y="2557779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6162" y="24479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Reorder common items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562360" y="2530619"/>
            <a:ext cx="114297" cy="101311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162720" y="1166132"/>
            <a:ext cx="152396" cy="1251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53216" y="1133475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Projects Tab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62720" y="14192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2720" y="14192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Associated projects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19869" y="1501919"/>
            <a:ext cx="114297" cy="101311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162720" y="17621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2720" y="17621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Project details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19869" y="1846118"/>
            <a:ext cx="114297" cy="98713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162720" y="21050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62720" y="21050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Project expenses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19869" y="2191615"/>
            <a:ext cx="114297" cy="9351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8162720" y="24479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8052865" y="2557779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2720" y="24479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Project status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238919" y="2535814"/>
            <a:ext cx="114297" cy="9092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56216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Sales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9614" y="247649"/>
            <a:ext cx="1095347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9614" y="2476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62050"/>
            <a:ext cx="152396" cy="1333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192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4192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Total sales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1505815"/>
            <a:ext cx="114297" cy="935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9129" y="17621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129" y="17621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Retail vs contractor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1846118"/>
            <a:ext cx="114297" cy="9871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9129" y="21050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29" y="21050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Transaction count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6278" y="2189018"/>
            <a:ext cx="114297" cy="9871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19129" y="24479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29" y="24479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Average value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6278" y="2537113"/>
            <a:ext cx="114297" cy="8832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19129" y="27908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09274" y="2900679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129" y="27908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Sales by department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2874818"/>
            <a:ext cx="114297" cy="9871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486162" y="1168853"/>
            <a:ext cx="152396" cy="11974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76658" y="1133475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 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6162" y="14192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6162" y="14192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Sales by contractor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43311" y="1513609"/>
            <a:ext cx="114297" cy="77931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486162" y="17621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6162" y="17621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Total contractor sales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43311" y="1851313"/>
            <a:ext cx="114297" cy="8832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486162" y="21050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6162" y="21050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% of total sales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543311" y="2194213"/>
            <a:ext cx="114297" cy="8832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4486162" y="24479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4376307" y="2557779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6162" y="24479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Avg contractor transaction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562360" y="2531918"/>
            <a:ext cx="114297" cy="98713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162720" y="1163410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53216" y="1133475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Performance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62720" y="14192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2720" y="14192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Top-selling products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19869" y="1518804"/>
            <a:ext cx="114297" cy="6754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8162720" y="1762125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8052865" y="1871980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62720" y="1762125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Slow-moving products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238919" y="1861704"/>
            <a:ext cx="114297" cy="6754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8162720" y="2105024"/>
            <a:ext cx="3247943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8052865" y="2214879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62720" y="2105024"/>
            <a:ext cx="32479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Profit margin by product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238919" y="2202006"/>
            <a:ext cx="114297" cy="727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8153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Inventory &amp; Contractor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9574" y="247649"/>
            <a:ext cx="1495387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9574" y="247649"/>
            <a:ext cx="14953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10.3 - 10.4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63410"/>
            <a:ext cx="152396" cy="1306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19225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419225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24061" y="1419225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4061" y="1419225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8519" y="1419225"/>
            <a:ext cx="1666833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138190" y="15195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8519" y="1419225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Out of stock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481664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12028"/>
            <a:ext cx="152396" cy="1197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9624" y="3676649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 Numbers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962399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29" y="3962399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1290" y="3962399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1290" y="3962399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by location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29" y="4305300"/>
            <a:ext cx="5086222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709274" y="4415155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129" y="4305300"/>
            <a:ext cx="50862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Inventory Valuation: Total value, by category/location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4391890"/>
            <a:ext cx="114297" cy="9351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1163410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14937" y="1133475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Aging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1" y="1419225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441" y="1419225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0-30 days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86602" y="1419225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6602" y="1419225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31-60 days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441" y="1685925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4441" y="1685925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61-90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6602" y="1685925"/>
            <a:ext cx="2524061" cy="2286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86602" y="1685925"/>
            <a:ext cx="25240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90+ days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24441" y="1990724"/>
            <a:ext cx="5086222" cy="285750"/>
          </a:xfrm>
          <a:prstGeom prst="roundRect">
            <a:avLst>
              <a:gd name="adj" fmla="val 26666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4441" y="1990724"/>
            <a:ext cx="50862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Export for collections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2078614"/>
            <a:ext cx="114297" cy="909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24441" y="3712028"/>
            <a:ext cx="152396" cy="1197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14937" y="3676649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 Performance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24441" y="3962399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4441" y="3962399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 by sales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6602" y="3962399"/>
            <a:ext cx="2524061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86602" y="3962399"/>
            <a:ext cx="25240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history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4441" y="4305300"/>
            <a:ext cx="5086222" cy="285750"/>
          </a:xfrm>
          <a:prstGeom prst="roundRect">
            <a:avLst>
              <a:gd name="adj" fmla="val 2666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6214586" y="4415155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4441" y="4305300"/>
            <a:ext cx="50862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Average days to pay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00639" y="4387994"/>
            <a:ext cx="114297" cy="101311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193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Financial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39139" y="247649"/>
            <a:ext cx="1085822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139" y="24764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P&amp;L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33525"/>
            <a:ext cx="28764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Financial Reports → Profit &amp;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38324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date 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27803"/>
            <a:ext cx="171445" cy="1161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234" y="1171575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1590" y="1533525"/>
            <a:ext cx="2457388" cy="6858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071710" y="1843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1704975"/>
            <a:ext cx="152396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14937" y="191452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177" y="1533525"/>
            <a:ext cx="2457388" cy="6858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8605297" y="1843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3" y="1696810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48523" y="191452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Cost of Goods Sold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1590" y="2295525"/>
            <a:ext cx="2457388" cy="6858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071710" y="2605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480582"/>
            <a:ext cx="152396" cy="870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14937" y="2676524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Gross Profit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177" y="2295525"/>
            <a:ext cx="2457388" cy="6858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8605297" y="2605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3" y="2466975"/>
            <a:ext cx="152396" cy="114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48523" y="2676524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Gross Margin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3057525"/>
            <a:ext cx="4990975" cy="68580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071710" y="3367405"/>
            <a:ext cx="685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226253"/>
            <a:ext cx="152396" cy="11974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14937" y="3438525"/>
            <a:ext cx="47433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Net Profit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528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Settings &amp;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82010" y="247649"/>
            <a:ext cx="942951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82010" y="247649"/>
            <a:ext cx="9429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4321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68853"/>
            <a:ext cx="152396" cy="1197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10477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141922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Name, contact,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159067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Business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176212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Holiday closures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552825"/>
            <a:ext cx="354321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505476" y="47250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16110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9624" y="3686175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129" y="39719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129" y="39719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438" y="39719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76438" y="39719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Building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4238624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29" y="4238624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Plumbing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76438" y="4238624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6438" y="4238624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Electrical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129" y="45053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29" y="45053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76438" y="45053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76438" y="45053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Lumber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129" y="47720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129" y="47720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Hardware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76438" y="47720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76438" y="47720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Garden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4241" y="1000125"/>
            <a:ext cx="354321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3152032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76638" y="1185182"/>
            <a:ext cx="152396" cy="870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667133" y="113347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Units of Measure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76638" y="14192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76638" y="14192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Each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33946" y="14192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3946" y="14192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76638" y="16859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6638" y="16859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Sq meter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33946" y="1685925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33946" y="1685925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Cubic meter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6638" y="1952624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76638" y="1952624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Kilogram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33946" y="1952624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3946" y="1952624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76638" y="2219324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76638" y="2219324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Box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33946" y="2219324"/>
            <a:ext cx="1619209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3946" y="2219324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Pallet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24241" y="3552825"/>
            <a:ext cx="354321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3152032" y="47250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76638" y="3721553"/>
            <a:ext cx="152396" cy="11974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667133" y="3686175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 Settings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76638" y="397192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Enable/disable tracking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76638" y="414337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Format validation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6638" y="431482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Require for categories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76638" y="4543425"/>
            <a:ext cx="3276518" cy="285750"/>
          </a:xfrm>
          <a:prstGeom prst="roundRect">
            <a:avLst>
              <a:gd name="adj" fmla="val 2666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4366783" y="4653280"/>
            <a:ext cx="285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76638" y="4543425"/>
            <a:ext cx="32765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Contractor settings: Credit limit, terms, discount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52836" y="4630015"/>
            <a:ext cx="114297" cy="9351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7981750" y="1000125"/>
            <a:ext cx="354321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6809541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34146" y="1171575"/>
            <a:ext cx="152396" cy="1143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324641" y="1133475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Settings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34146" y="1419225"/>
            <a:ext cx="3276518" cy="3048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 Same Side Corner Rectangle 70"/>
          <p:cNvSpPr/>
          <p:nvPr/>
        </p:nvSpPr>
        <p:spPr>
          <a:xfrm rot="16200000">
            <a:off x="8014766" y="15386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394" y="1495424"/>
            <a:ext cx="31050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VAT Rate: 14.5%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4146" y="1762125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Tax-exempt items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4146" y="1933574"/>
            <a:ext cx="32765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Reporting period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81750" y="3552825"/>
            <a:ext cx="354321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 Same Side Corner Rectangle 75"/>
          <p:cNvSpPr/>
          <p:nvPr/>
        </p:nvSpPr>
        <p:spPr>
          <a:xfrm rot="16200000">
            <a:off x="6809541" y="47250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34146" y="3732439"/>
            <a:ext cx="152396" cy="9797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24641" y="368617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Management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134146" y="3971925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34146" y="3971925"/>
            <a:ext cx="1523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4641" y="3971925"/>
            <a:ext cx="5048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User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34146" y="4181474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34146" y="4181474"/>
            <a:ext cx="1523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4641" y="4181474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role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4146" y="4391025"/>
            <a:ext cx="152396" cy="152400"/>
          </a:xfrm>
          <a:prstGeom prst="roundRect">
            <a:avLst>
              <a:gd name="adj" fmla="val 1249875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4146" y="4391025"/>
            <a:ext cx="1523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4641" y="4391025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permissions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004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Troubleshooting &amp;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2960" y="247649"/>
            <a:ext cx="962000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2960" y="247649"/>
            <a:ext cx="9620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3976"/>
            <a:ext cx="171445" cy="143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Common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5010024" cy="476249"/>
          </a:xfrm>
          <a:prstGeom prst="roundRect">
            <a:avLst>
              <a:gd name="adj" fmla="val 3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52124" y="17386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476" y="1609724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3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 number not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1781174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Verify format • Check if sold • Check 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85975"/>
            <a:ext cx="5010024" cy="476249"/>
          </a:xfrm>
          <a:prstGeom prst="roundRect">
            <a:avLst>
              <a:gd name="adj" fmla="val 32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52124" y="229107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476" y="2162174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3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 credit exceeded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2333624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Review invoices • Request payment • Manager override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2638425"/>
            <a:ext cx="5010024" cy="476249"/>
          </a:xfrm>
          <a:prstGeom prst="roundRect">
            <a:avLst>
              <a:gd name="adj" fmla="val 32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52124" y="28435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476" y="2714625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3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pricing not applying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2886075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Check thresholds • Verify tiers • Check 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045" y="1000125"/>
            <a:ext cx="535291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69014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62540" y="1216741"/>
            <a:ext cx="171445" cy="1382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10184" y="1171575"/>
            <a:ext cx="9239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Getting Help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2540" y="1533525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2540" y="1533525"/>
            <a:ext cx="501002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Help Center: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help.appex.co.zw/hardware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1646301"/>
            <a:ext cx="133346" cy="1173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362540" y="1962149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2540" y="1962149"/>
            <a:ext cx="501002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hardware-support@appex.co.zw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2082927"/>
            <a:ext cx="133346" cy="10134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362540" y="2390774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2540" y="2390774"/>
            <a:ext cx="501002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+263 0780808358 (option 4)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2508884"/>
            <a:ext cx="133346" cy="1066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362540" y="2819399"/>
            <a:ext cx="5010024" cy="352424"/>
          </a:xfrm>
          <a:prstGeom prst="roundRect">
            <a:avLst>
              <a:gd name="adj" fmla="val 2162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2540" y="2819399"/>
            <a:ext cx="5010024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+263 774 937 081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38739" y="2932175"/>
            <a:ext cx="133346" cy="117348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00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Quick Reference - Key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3436" y="247649"/>
            <a:ext cx="971525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3436" y="247649"/>
            <a:ext cx="9715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70823" y="1296035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786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773" y="1114425"/>
            <a:ext cx="3619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14192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Keeping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1838324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70823" y="21342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011311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773" y="1952624"/>
            <a:ext cx="3524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22574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 of Sale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2676524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70823" y="29724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2855041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773" y="2790824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29" y="30956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First In, First 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3766" y="1000125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037856" y="1296035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86162" y="1173111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33806" y="1133475"/>
            <a:ext cx="10572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6162" y="14192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Unique identifier for individual items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3766" y="1838324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037856" y="21342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86162" y="2016841"/>
            <a:ext cx="171445" cy="1382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33806" y="1971675"/>
            <a:ext cx="8096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6162" y="22574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Trade customer with credit 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3766" y="2676524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4037856" y="29724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86162" y="284951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33806" y="2809875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Trade Discount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6162" y="30956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Special pricing for contractors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324" y="1000125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7714414" y="1296035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62720" y="1173111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10364" y="1133475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 Order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2720" y="14192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Item ordered specifically for customer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10324" y="1838324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7714414" y="21342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62720" y="2011311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10364" y="1971675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Lead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2720" y="22574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between order and delivery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10324" y="2676524"/>
            <a:ext cx="3514637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7714414" y="29724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162720" y="2849511"/>
            <a:ext cx="171445" cy="1493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410364" y="2809875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Reorder Point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62720" y="3095625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level triggering reorder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