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25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43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9731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6A3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495487" cy="419100"/>
          </a:xfrm>
          <a:prstGeom prst="roundRect">
            <a:avLst>
              <a:gd name="adj" fmla="val 454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495487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INVENTORY MANAGEMENT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Inventory &amp; Perishable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Goods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600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Inventory Control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Receiving &amp; Counting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794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Perishable Goods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Expiry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Temperature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977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Waste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Shrinkage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Inventory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01019" y="247649"/>
            <a:ext cx="1323941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1019" y="247649"/>
            <a:ext cx="132394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5.1 - 5.2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3370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26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383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514725"/>
            <a:ext cx="3733706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481664" y="46631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763911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3724274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" y="4086225"/>
            <a:ext cx="331461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Central hub for all inventory operations, monitoring stock levels, expiry alerts, and movement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935" y="1038224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43331" y="1283970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43331" y="1628775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2,450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3331" y="2009774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3551" y="1038224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095947" y="129254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95947" y="1628775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$125K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947" y="2009774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6642" y="1038224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39039" y="1288256"/>
            <a:ext cx="228594" cy="1857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39039" y="1628775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9039" y="2009774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Low Stock Items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90935" y="3638550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43331" y="3884295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43331" y="4229100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3331" y="46100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Items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3551" y="3638550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95947" y="3884295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95947" y="4229100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947" y="46100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Below Reorder Point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6642" y="3638550"/>
            <a:ext cx="2238319" cy="249555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439039" y="3892867"/>
            <a:ext cx="228594" cy="1771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439039" y="4229100"/>
            <a:ext cx="19335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9039" y="46100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Movements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1337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Adding a New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267093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Details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583436"/>
            <a:ext cx="133346" cy="906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1533525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 Name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857428" y="1575435"/>
            <a:ext cx="133346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28874" y="153352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SKU / Barcode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1836801"/>
            <a:ext cx="133346" cy="1173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1800225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Category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857428" y="1844802"/>
            <a:ext cx="133346" cy="1013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8874" y="180022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Subcategory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2111502"/>
            <a:ext cx="133346" cy="10134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674" y="2066924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857428" y="2103501"/>
            <a:ext cx="133346" cy="1173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028874" y="2066924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3629025"/>
            <a:ext cx="4267093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-481664" y="47774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3851172"/>
            <a:ext cx="171445" cy="1272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3800475"/>
            <a:ext cx="5238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4162424"/>
            <a:ext cx="3924201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426" y="4248150"/>
            <a:ext cx="68578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Cost Price: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5407" y="4248150"/>
            <a:ext cx="69530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USD / ZWL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228" y="4581524"/>
            <a:ext cx="3924201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426" y="4667249"/>
            <a:ext cx="81912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Selling Price: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754" y="4667249"/>
            <a:ext cx="695307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USD / ZWL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7228" y="5000625"/>
            <a:ext cx="3924201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426" y="5086350"/>
            <a:ext cx="105724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Wholesale Price: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6873" y="5086350"/>
            <a:ext cx="79055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If applicable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7228" y="5419725"/>
            <a:ext cx="3924201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426" y="5505450"/>
            <a:ext cx="581010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 Rate: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0635" y="5505450"/>
            <a:ext cx="409564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4321" y="1000125"/>
            <a:ext cx="6400639" cy="209549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142612" y="1981834"/>
            <a:ext cx="2095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314817" y="12112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62460" y="117157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Settings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14817" y="1533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1015" y="1609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Current Stock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2640" y="1533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8839" y="1609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Min Level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00939" y="1533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77138" y="1609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Max Level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14817" y="1914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1015" y="1990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Reorder Point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62640" y="1914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8839" y="1990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Reorder Qty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00939" y="1914525"/>
            <a:ext cx="1971625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77138" y="1990724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Location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24321" y="3248024"/>
            <a:ext cx="6400639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3975924" y="43964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314817" y="3459111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562460" y="3419474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Types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14817" y="3781424"/>
            <a:ext cx="1457288" cy="933449"/>
          </a:xfrm>
          <a:prstGeom prst="roundRect">
            <a:avLst>
              <a:gd name="adj" fmla="val 16326"/>
            </a:avLst>
          </a:prstGeom>
          <a:solidFill>
            <a:srgbClr val="F0FDF4"/>
          </a:solidFill>
          <a:ln w="1651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43451" y="3966882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448163" y="4238624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8163" y="4429125"/>
            <a:ext cx="11905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Shelf-stable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48303" y="3781424"/>
            <a:ext cx="1457288" cy="933449"/>
          </a:xfrm>
          <a:prstGeom prst="roundRect">
            <a:avLst>
              <a:gd name="adj" fmla="val 16326"/>
            </a:avLst>
          </a:prstGeom>
          <a:solidFill>
            <a:srgbClr val="FFF7ED"/>
          </a:solidFill>
          <a:ln w="1651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486462" y="3966882"/>
            <a:ext cx="190495" cy="16248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981650" y="4238624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Perishable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81650" y="4429125"/>
            <a:ext cx="11905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Has expiry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81790" y="3781424"/>
            <a:ext cx="1457288" cy="933449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010424" y="3966882"/>
            <a:ext cx="190495" cy="16248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515137" y="4238624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Variable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15137" y="4429125"/>
            <a:ext cx="11905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Sold by kg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915277" y="3781424"/>
            <a:ext cx="1457288" cy="933449"/>
          </a:xfrm>
          <a:prstGeom prst="roundRect">
            <a:avLst>
              <a:gd name="adj" fmla="val 16326"/>
            </a:avLst>
          </a:prstGeom>
          <a:solidFill>
            <a:srgbClr val="FAF5FF"/>
          </a:solidFill>
          <a:ln w="1651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553436" y="3969683"/>
            <a:ext cx="190495" cy="15688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048623" y="4238624"/>
            <a:ext cx="11905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Item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48623" y="4429125"/>
            <a:ext cx="11905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Bulk Import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14817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2668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3982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7160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6" y="19335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26" y="19335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16" y="1933574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"Import Products"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26" y="23907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426" y="23907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2516" y="2390774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Download CSV Template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26" y="28479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426" y="28479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2516" y="2847974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Fill in Product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26" y="33051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26" y="330517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2516" y="3305174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Upload Completed CSV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26" y="376237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3870769"/>
            <a:ext cx="133346" cy="8801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2516" y="3762374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&amp; Confirm Import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1038224"/>
            <a:ext cx="5314817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061747" y="21866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1283633"/>
            <a:ext cx="190495" cy="15688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05432" y="1228725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Benefits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1696810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67333" y="1666874"/>
            <a:ext cx="18763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multiple products quickly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001610"/>
            <a:ext cx="152396" cy="1306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67333" y="1971675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Consistent data formatting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306410"/>
            <a:ext cx="152396" cy="1306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67333" y="2276474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Bulk price updates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611210"/>
            <a:ext cx="152396" cy="1306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67333" y="2581275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Migrate from other systems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0144" y="3619499"/>
            <a:ext cx="5314817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061747" y="4767896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386868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86382" y="3829050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 Tips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8739" y="4190999"/>
            <a:ext cx="4895727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Verify required fields before upload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8739" y="4438649"/>
            <a:ext cx="4895727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Use correct category names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8739" y="4686300"/>
            <a:ext cx="4895727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Check for duplicate products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8739" y="4933950"/>
            <a:ext cx="4895727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Keep backup of original 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9907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Receiving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13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4764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Inventory → Receive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26478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Purchase Order OR Manual Receipt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Scan or search for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quantity received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3039618"/>
            <a:ext cx="133346" cy="1120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1070" y="2981325"/>
            <a:ext cx="22192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Perishable items: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Enter expiry 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362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27" y="3362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0119" y="3362324"/>
            <a:ext cx="20859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batch/lot number (optional)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374332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1095" y="10001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04269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1205680"/>
            <a:ext cx="171445" cy="1603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9234" y="1171575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Updates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582510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10184" y="1552574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levels updated instantly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1909082"/>
            <a:ext cx="152396" cy="870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10184" y="185737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movement logged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81590" y="2190749"/>
            <a:ext cx="152396" cy="13334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10184" y="216217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Expiry dates tracked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095" y="3581400"/>
            <a:ext cx="5333866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042698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3798016"/>
            <a:ext cx="171445" cy="1382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29234" y="375284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Important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1590" y="4114800"/>
            <a:ext cx="4990975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quantities before saving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4189095"/>
            <a:ext cx="133346" cy="800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381590" y="4400550"/>
            <a:ext cx="4990975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condition on arrival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4474845"/>
            <a:ext cx="133346" cy="8001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81590" y="4686300"/>
            <a:ext cx="4990975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 temperature for cold items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4760595"/>
            <a:ext cx="133346" cy="8001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6767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Stock Counting &amp; Adjustments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83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27526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Count (Physical Inventory)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609724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Stock 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8764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8764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76424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"New Stock Count"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1431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1431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14312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products to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4098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4098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409825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actual quantities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676524"/>
            <a:ext cx="4914777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75947" y="27959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75" y="2752725"/>
            <a:ext cx="47433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calculates variance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057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27" y="3057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20" y="305752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"Complete Count"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3362324"/>
            <a:ext cx="4914777" cy="342900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756897" y="35007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575" y="34385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Variance report generated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3475100"/>
            <a:ext cx="133346" cy="11734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86382" y="1190625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Adjustments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16097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689" y="16097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6382" y="1609724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Adjust Stock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689" y="18764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689" y="18764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6382" y="1876424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 &amp; reason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181225"/>
            <a:ext cx="2419289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689" y="21812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Damaged goods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177" y="2181225"/>
            <a:ext cx="2419289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177" y="21812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Spoilage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689" y="2524125"/>
            <a:ext cx="2419289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689" y="25241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Theft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15177" y="2524125"/>
            <a:ext cx="2419289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177" y="25241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Found in stock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9689" y="2905124"/>
            <a:ext cx="4914777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689" y="2905124"/>
            <a:ext cx="49147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Count correction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689" y="3248024"/>
            <a:ext cx="4914777" cy="342900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6281259" y="33864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4937" y="33242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Large adjustments may require manager approval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3363468"/>
            <a:ext cx="133346" cy="112014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4007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Stock Transfers &amp; Reorder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5.4 - 5.5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62342"/>
            <a:ext cx="190495" cy="123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Transfers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5907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Stock Transfers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source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destination 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products &amp; quantities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29051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2905124"/>
            <a:ext cx="27240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transfer, receiving location confirms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248024"/>
            <a:ext cx="4914777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756897" y="33864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575" y="33242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Both locations' inventory updated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3360800"/>
            <a:ext cx="133346" cy="1173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191095" y="10001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04269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1205680"/>
            <a:ext cx="171445" cy="1603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9234" y="1171575"/>
            <a:ext cx="1400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Reorder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588770"/>
            <a:ext cx="133346" cy="8001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91135" y="1533525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System lists items below reorder point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836420"/>
            <a:ext cx="133346" cy="8001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91135" y="1781174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Shows suggested order quantities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2084070"/>
            <a:ext cx="133346" cy="800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91135" y="2028825"/>
            <a:ext cx="24192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Select items → Create Purchase Order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095" y="3581400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042698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379248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29234" y="3752849"/>
            <a:ext cx="11715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Manual Reorder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4170045"/>
            <a:ext cx="133346" cy="800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91135" y="4114800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Filter products by low stock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4417695"/>
            <a:ext cx="133346" cy="8001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591135" y="4362450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Select products to reorder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4665345"/>
            <a:ext cx="133346" cy="8001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591135" y="4610099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Click "Reorder Selected"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4912994"/>
            <a:ext cx="133346" cy="800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91135" y="4857750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Create purchase order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0956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Perishable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4386" y="247649"/>
            <a:ext cx="990575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4386" y="247649"/>
            <a:ext cx="9905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200319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255263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Inventory → Perishable Goods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629025"/>
            <a:ext cx="3200319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FF7ED"/>
              </a:gs>
              <a:gs pos="100000">
                <a:srgbClr val="FEF2F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481664" y="47774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3842876"/>
            <a:ext cx="171445" cy="1437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3800475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Critical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124324"/>
            <a:ext cx="2857428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Monitor items that require immediate attention to minimize waste.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7548" y="1000125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171845" y="120463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71845" y="1476375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324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1845" y="181927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Perishable Items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1610" y="1000125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95907" y="1203231"/>
            <a:ext cx="190495" cy="1652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95907" y="1476375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5907" y="181927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Today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15197" y="1000125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229494" y="12046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29494" y="1476375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9494" y="1819275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This Week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7548" y="3600450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171845" y="3803556"/>
            <a:ext cx="190495" cy="1652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71845" y="4076699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1845" y="4419600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Expiring Next Week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1610" y="3600450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95907" y="381056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95907" y="4076699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$245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5907" y="4419600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Waste Value (MTD)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5197" y="3600450"/>
            <a:ext cx="2409764" cy="2495550"/>
          </a:xfrm>
          <a:prstGeom prst="roundRect">
            <a:avLst>
              <a:gd name="adj" fmla="val 9486"/>
            </a:avLst>
          </a:prstGeom>
          <a:solidFill>
            <a:srgbClr val="FFFFFF"/>
          </a:solidFill>
          <a:ln w="330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229494" y="3806358"/>
            <a:ext cx="190495" cy="15968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29494" y="4076699"/>
            <a:ext cx="21811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260"/>
              </a:spcBef>
              <a:spcAft>
                <a:spcPts val="0"/>
              </a:spcAft>
            </a:pPr>
            <a:r>
              <a:rPr sz="1435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9494" y="4419600"/>
            <a:ext cx="21811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Spoilage Alerts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290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Receiving Perishable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13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4764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Receive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perishable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quantity received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4914777" cy="438149"/>
          </a:xfrm>
          <a:prstGeom prst="roundRect">
            <a:avLst>
              <a:gd name="adj" fmla="val 3478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750003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9169" y="2676524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CRITICAL: Enter expiry date for each batch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114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3114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3114675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receiving temperature (if refrigerated)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438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27" y="3438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0119" y="343852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 condition on arrival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3819524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1095" y="1000125"/>
            <a:ext cx="5333866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471323" y="1719897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9234" y="1171575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Date Entry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590" y="1495424"/>
            <a:ext cx="49909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Mandatory for all perishable items. Track remaining shelf life from day one.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2724150"/>
            <a:ext cx="5333866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471323" y="3443922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2935236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29234" y="289560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Recording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590" y="3219449"/>
            <a:ext cx="499097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Record receiving temperature for refrigerated items. Monitor cold chain integrity.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1095" y="4448175"/>
            <a:ext cx="5333866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471323" y="5167947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4664791"/>
            <a:ext cx="171445" cy="1382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29234" y="4619625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Condition Check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1590" y="4943475"/>
            <a:ext cx="49909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Note condition on arrival for quality control.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46711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Expiry Tracking &amp;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4133"/>
            <a:ext cx="190495" cy="159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Alert Intervals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419289" cy="57150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25" y="1685925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25" y="1952624"/>
            <a:ext cx="22668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Before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815" y="1609724"/>
            <a:ext cx="2419289" cy="571500"/>
          </a:xfrm>
          <a:prstGeom prst="roundRect">
            <a:avLst>
              <a:gd name="adj" fmla="val 26666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7013" y="1685925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A8A04"/>
                </a:solidFill>
                <a:latin typeface="Inter"/>
                <a:rFonts ascii="Inter" hAnsi="Inter" eastAsia="Inter" cs="Inter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013" y="1952624"/>
            <a:ext cx="22668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Before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419289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525" y="2333624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25" y="2600325"/>
            <a:ext cx="22668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Before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0815" y="2257425"/>
            <a:ext cx="2419289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7013" y="2333624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013" y="2600325"/>
            <a:ext cx="22668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Before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4914777" cy="571500"/>
          </a:xfrm>
          <a:prstGeom prst="roundRect">
            <a:avLst>
              <a:gd name="adj" fmla="val 26666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525" y="29813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Day of Expiry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25" y="3248024"/>
            <a:ext cx="47623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Final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590924"/>
            <a:ext cx="4914777" cy="304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525" y="3667124"/>
            <a:ext cx="47623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Alerts sent via: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Dashboard notifications, email, SMS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86382" y="1190625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Managing Expiring Items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689" y="1609724"/>
            <a:ext cx="2419289" cy="761999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1753960"/>
            <a:ext cx="152396" cy="1306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14937" y="19716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Mark 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4937" y="21240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Apply discount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7" y="1609724"/>
            <a:ext cx="2419289" cy="761999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10424" y="1762125"/>
            <a:ext cx="152396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10424" y="19716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0424" y="21240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Feature item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689" y="2447924"/>
            <a:ext cx="2419289" cy="761999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592160"/>
            <a:ext cx="152396" cy="1306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14937" y="28098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Donation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4937" y="2962274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Record recipient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177" y="2447924"/>
            <a:ext cx="2419289" cy="761999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10424" y="2597603"/>
            <a:ext cx="152396" cy="119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010424" y="2809875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Disposal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0424" y="2962274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Record waste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689" y="3324225"/>
            <a:ext cx="4914777" cy="342900"/>
          </a:xfrm>
          <a:prstGeom prst="roundRect">
            <a:avLst>
              <a:gd name="adj" fmla="val 44444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6281259" y="34626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4937" y="34004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expiry report for action planning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437000"/>
            <a:ext cx="133346" cy="117348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05652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34861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8483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FEFO Management &amp; Waste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0524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0524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6.4 - 6.5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26719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83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First-Expiry-First-Out (FEFO)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848103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624" y="1724024"/>
            <a:ext cx="46195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Smart Picking: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24" y="1952624"/>
            <a:ext cx="46195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POS automatically selects batch with earliest expiry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370200"/>
            <a:ext cx="133346" cy="1173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2333624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Oldest stock sells first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636900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260032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Reduces waste naturally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905124"/>
            <a:ext cx="4848103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775947" y="30245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575" y="2981325"/>
            <a:ext cx="46766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Batch Tracking: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Each batch tracked separately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14897" y="1000125"/>
            <a:ext cx="5267193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942688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05392" y="1216741"/>
            <a:ext cx="171445" cy="138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53036" y="1171575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Recording Waste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5392" y="1533525"/>
            <a:ext cx="2428814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5392" y="1533525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Spoiled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00879" y="1533525"/>
            <a:ext cx="2428814" cy="266699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0879" y="1533525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Damaged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5392" y="1857375"/>
            <a:ext cx="2428814" cy="266699"/>
          </a:xfrm>
          <a:prstGeom prst="roundRect">
            <a:avLst>
              <a:gd name="adj" fmla="val 28571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5392" y="1857375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00879" y="1857375"/>
            <a:ext cx="2428814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0879" y="1857375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Quality rejection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05392" y="2236851"/>
            <a:ext cx="133346" cy="1173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76838" y="2219324"/>
            <a:ext cx="20287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quantity, estimated value,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14897" y="3629025"/>
            <a:ext cx="5267193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966500" y="47774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05392" y="3845641"/>
            <a:ext cx="171445" cy="13826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53036" y="3800475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Waste Reports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05392" y="4217670"/>
            <a:ext cx="133346" cy="8001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76838" y="4181474"/>
            <a:ext cx="10953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by Department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05392" y="4465320"/>
            <a:ext cx="133346" cy="8001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76838" y="4429125"/>
            <a:ext cx="8858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by Product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05392" y="4712970"/>
            <a:ext cx="133346" cy="8001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76838" y="4676775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by Reason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05392" y="4960619"/>
            <a:ext cx="133346" cy="800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76838" y="4924424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Calculate waste % vs sales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1527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Cold Chain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27431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→ Temperature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"New Reading"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20763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refrigerator/freezer/cooler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temperature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29051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19" y="2905124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notes (optional)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28612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1095" y="10001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04269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12593"/>
            <a:ext cx="171445" cy="1465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9234" y="1171575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590" y="1533525"/>
            <a:ext cx="2457388" cy="590549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34086" y="1658710"/>
            <a:ext cx="152396" cy="1306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57788" y="1895474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 ranges for each unit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177" y="1533525"/>
            <a:ext cx="2457388" cy="590549"/>
          </a:xfrm>
          <a:prstGeom prst="roundRect">
            <a:avLst>
              <a:gd name="adj" fmla="val 2580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67673" y="1661432"/>
            <a:ext cx="152396" cy="1251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991375" y="1895474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alerts if out of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1095" y="3581400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042698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3795251"/>
            <a:ext cx="171445" cy="1437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29234" y="3752849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Breach Reports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81590" y="4151375"/>
            <a:ext cx="133346" cy="11734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91135" y="4114800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Automatically generated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4426076"/>
            <a:ext cx="133346" cy="10134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91135" y="4381499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Requires manager action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4684776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91135" y="4648200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Document affected products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1590" y="4952999"/>
            <a:ext cx="4990975" cy="342900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6243160" y="5091429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6838" y="5029200"/>
            <a:ext cx="48195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Critical for food safety compliance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5065776"/>
            <a:ext cx="133346" cy="117348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