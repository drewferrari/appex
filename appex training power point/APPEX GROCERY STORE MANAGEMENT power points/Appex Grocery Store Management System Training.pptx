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Relationship Id="rId14" Type="http://schemas.openxmlformats.org/officeDocument/2006/relationships/image" Target="../media/image36.png"/><Relationship Id="rId15" Type="http://schemas.openxmlformats.org/officeDocument/2006/relationships/image" Target="../media/image37.png"/><Relationship Id="rId16" Type="http://schemas.openxmlformats.org/officeDocument/2006/relationships/image" Target="../media/image3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24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31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Relationship Id="rId11" Type="http://schemas.openxmlformats.org/officeDocument/2006/relationships/image" Target="../media/image46.png"/><Relationship Id="rId12" Type="http://schemas.openxmlformats.org/officeDocument/2006/relationships/image" Target="../media/image47.png"/><Relationship Id="rId13" Type="http://schemas.openxmlformats.org/officeDocument/2006/relationships/image" Target="../media/image48.png"/><Relationship Id="rId14" Type="http://schemas.openxmlformats.org/officeDocument/2006/relationships/image" Target="../media/image49.png"/><Relationship Id="rId15" Type="http://schemas.openxmlformats.org/officeDocument/2006/relationships/image" Target="../media/image50.png"/><Relationship Id="rId16" Type="http://schemas.openxmlformats.org/officeDocument/2006/relationships/image" Target="../media/image5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Relationship Id="rId11" Type="http://schemas.openxmlformats.org/officeDocument/2006/relationships/image" Target="../media/image61.png"/><Relationship Id="rId12" Type="http://schemas.openxmlformats.org/officeDocument/2006/relationships/image" Target="../media/image62.png"/><Relationship Id="rId13" Type="http://schemas.openxmlformats.org/officeDocument/2006/relationships/image" Target="../media/image6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7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Relationship Id="rId8" Type="http://schemas.openxmlformats.org/officeDocument/2006/relationships/image" Target="../media/image77.png"/><Relationship Id="rId9" Type="http://schemas.openxmlformats.org/officeDocument/2006/relationships/image" Target="../media/image78.png"/><Relationship Id="rId10" Type="http://schemas.openxmlformats.org/officeDocument/2006/relationships/image" Target="../media/image79.png"/><Relationship Id="rId11" Type="http://schemas.openxmlformats.org/officeDocument/2006/relationships/image" Target="../media/image80.png"/><Relationship Id="rId12" Type="http://schemas.openxmlformats.org/officeDocument/2006/relationships/image" Target="../media/image81.png"/><Relationship Id="rId13" Type="http://schemas.openxmlformats.org/officeDocument/2006/relationships/image" Target="../media/image8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25.png"/><Relationship Id="rId8" Type="http://schemas.openxmlformats.org/officeDocument/2006/relationships/image" Target="../media/image87.png"/><Relationship Id="rId9" Type="http://schemas.openxmlformats.org/officeDocument/2006/relationships/image" Target="../media/image88.png"/><Relationship Id="rId10" Type="http://schemas.openxmlformats.org/officeDocument/2006/relationships/image" Target="../media/image89.png"/><Relationship Id="rId11" Type="http://schemas.openxmlformats.org/officeDocument/2006/relationships/image" Target="../media/image90.png"/><Relationship Id="rId12" Type="http://schemas.openxmlformats.org/officeDocument/2006/relationships/image" Target="../media/image91.png"/><Relationship Id="rId13" Type="http://schemas.openxmlformats.org/officeDocument/2006/relationships/image" Target="../media/image92.png"/><Relationship Id="rId14" Type="http://schemas.openxmlformats.org/officeDocument/2006/relationships/image" Target="../media/image93.png"/><Relationship Id="rId15" Type="http://schemas.openxmlformats.org/officeDocument/2006/relationships/image" Target="../media/image94.png"/><Relationship Id="rId16" Type="http://schemas.openxmlformats.org/officeDocument/2006/relationships/image" Target="../media/image9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png"/><Relationship Id="rId3" Type="http://schemas.openxmlformats.org/officeDocument/2006/relationships/image" Target="../media/image97.png"/><Relationship Id="rId4" Type="http://schemas.openxmlformats.org/officeDocument/2006/relationships/image" Target="../media/image98.png"/><Relationship Id="rId5" Type="http://schemas.openxmlformats.org/officeDocument/2006/relationships/image" Target="../media/image99.png"/><Relationship Id="rId6" Type="http://schemas.openxmlformats.org/officeDocument/2006/relationships/image" Target="../media/image100.png"/><Relationship Id="rId7" Type="http://schemas.openxmlformats.org/officeDocument/2006/relationships/image" Target="../media/image101.png"/><Relationship Id="rId8" Type="http://schemas.openxmlformats.org/officeDocument/2006/relationships/image" Target="../media/image102.png"/><Relationship Id="rId9" Type="http://schemas.openxmlformats.org/officeDocument/2006/relationships/image" Target="../media/image103.png"/><Relationship Id="rId10" Type="http://schemas.openxmlformats.org/officeDocument/2006/relationships/image" Target="../media/image104.png"/><Relationship Id="rId11" Type="http://schemas.openxmlformats.org/officeDocument/2006/relationships/image" Target="../media/image105.png"/><Relationship Id="rId12" Type="http://schemas.openxmlformats.org/officeDocument/2006/relationships/image" Target="../media/image10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png"/><Relationship Id="rId3" Type="http://schemas.openxmlformats.org/officeDocument/2006/relationships/image" Target="../media/image108.png"/><Relationship Id="rId4" Type="http://schemas.openxmlformats.org/officeDocument/2006/relationships/image" Target="../media/image109.png"/><Relationship Id="rId5" Type="http://schemas.openxmlformats.org/officeDocument/2006/relationships/image" Target="../media/image110.png"/><Relationship Id="rId6" Type="http://schemas.openxmlformats.org/officeDocument/2006/relationships/image" Target="../media/image111.png"/><Relationship Id="rId7" Type="http://schemas.openxmlformats.org/officeDocument/2006/relationships/image" Target="../media/image112.png"/><Relationship Id="rId8" Type="http://schemas.openxmlformats.org/officeDocument/2006/relationships/image" Target="../media/image113.png"/><Relationship Id="rId9" Type="http://schemas.openxmlformats.org/officeDocument/2006/relationships/image" Target="../media/image45.png"/><Relationship Id="rId10" Type="http://schemas.openxmlformats.org/officeDocument/2006/relationships/image" Target="../media/image114.png"/><Relationship Id="rId11" Type="http://schemas.openxmlformats.org/officeDocument/2006/relationships/image" Target="../media/image115.png"/><Relationship Id="rId12" Type="http://schemas.openxmlformats.org/officeDocument/2006/relationships/image" Target="../media/image116.png"/><Relationship Id="rId13" Type="http://schemas.openxmlformats.org/officeDocument/2006/relationships/image" Target="../media/image117.png"/><Relationship Id="rId14" Type="http://schemas.openxmlformats.org/officeDocument/2006/relationships/image" Target="../media/image77.png"/><Relationship Id="rId15" Type="http://schemas.openxmlformats.org/officeDocument/2006/relationships/image" Target="../media/image118.png"/><Relationship Id="rId16" Type="http://schemas.openxmlformats.org/officeDocument/2006/relationships/image" Target="../media/image119.png"/><Relationship Id="rId17" Type="http://schemas.openxmlformats.org/officeDocument/2006/relationships/image" Target="../media/image120.png"/><Relationship Id="rId18" Type="http://schemas.openxmlformats.org/officeDocument/2006/relationships/image" Target="../media/image121.png"/><Relationship Id="rId19" Type="http://schemas.openxmlformats.org/officeDocument/2006/relationships/image" Target="../media/image1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58028" y="-1904999"/>
            <a:ext cx="4762380" cy="4762500"/>
          </a:xfrm>
          <a:prstGeom prst="roundRect">
            <a:avLst>
              <a:gd name="adj" fmla="val 50000"/>
            </a:avLst>
          </a:prstGeom>
          <a:solidFill>
            <a:srgbClr val="F9731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52476" y="4667249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16A34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43571" y="2762249"/>
            <a:ext cx="2381190" cy="2381250"/>
          </a:xfrm>
          <a:prstGeom prst="roundRect">
            <a:avLst>
              <a:gd name="adj" fmla="val 50000"/>
            </a:avLst>
          </a:prstGeom>
          <a:solidFill>
            <a:srgbClr val="FBBF24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6733" y="1562100"/>
            <a:ext cx="2352616" cy="419100"/>
          </a:xfrm>
          <a:prstGeom prst="roundRect">
            <a:avLst>
              <a:gd name="adj" fmla="val 4545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6733" y="1562100"/>
            <a:ext cx="2352616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GROCERY MANAGEMENT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696986"/>
            <a:ext cx="171445" cy="1493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6733" y="2286000"/>
            <a:ext cx="7676958" cy="1333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550"/>
              </a:lnSpc>
              <a:spcBef>
                <a:spcPts val="0"/>
              </a:spcBef>
              <a:spcAft>
                <a:spcPts val="1560"/>
              </a:spcAft>
            </a:pPr>
            <a:r>
              <a:rPr sz="3348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Appex Grocery Store</a:t>
            </a:r>
            <a:r>
              <a:rPr sz="1104"/>
              <a:t>
</a:t>
            </a:r>
            <a:r>
              <a:rPr sz="3348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Management System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33" y="3848099"/>
            <a:ext cx="767695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Staff Training Guide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857625"/>
            <a:ext cx="57148" cy="304800"/>
          </a:xfrm>
          <a:prstGeom prst="roundRect">
            <a:avLst>
              <a:gd name="adj" fmla="val 133333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6733" y="4552949"/>
            <a:ext cx="914377" cy="57150"/>
          </a:xfrm>
          <a:prstGeom prst="roundRect">
            <a:avLst>
              <a:gd name="adj" fmla="val 133333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054917"/>
            <a:ext cx="228594" cy="1771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9624" y="5029200"/>
            <a:ext cx="270503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Complete System Navigation Training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24681" y="1600200"/>
            <a:ext cx="2800279" cy="3657600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6961921" y="3362960"/>
            <a:ext cx="3657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7573" y="1904999"/>
            <a:ext cx="21525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1560"/>
              </a:spcAft>
            </a:pPr>
            <a:r>
              <a:rPr sz="837" b="1">
                <a:solidFill>
                  <a:srgbClr val="6B7280"/>
                </a:solidFill>
                <a:latin typeface="Inter"/>
                <a:rFonts ascii="Inter" hAnsi="Inter" eastAsia="Inter" cs="Inter"/>
              </a:rPr>
              <a:t>KEY TOPICS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7573" y="232410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162820" y="2474595"/>
            <a:ext cx="228594" cy="19430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639059" y="2324100"/>
            <a:ext cx="116202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POS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9059" y="2571750"/>
            <a:ext cx="116202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Sales &amp; Checkout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7573" y="302895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162820" y="3179445"/>
            <a:ext cx="228594" cy="19430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39059" y="3028950"/>
            <a:ext cx="9143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Inventory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9059" y="3276599"/>
            <a:ext cx="9143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Stock &amp; Expiry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7573" y="373379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62820" y="3884295"/>
            <a:ext cx="228594" cy="19430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39059" y="3733799"/>
            <a:ext cx="120964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Loyalty Program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9059" y="3981449"/>
            <a:ext cx="120964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Customer Rewards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67573" y="443864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162820" y="4589145"/>
            <a:ext cx="228594" cy="19430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639059" y="4438649"/>
            <a:ext cx="124774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Scale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9059" y="4686300"/>
            <a:ext cx="12477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Weight Pricing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14337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Introduction &amp; Key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39159" y="247649"/>
            <a:ext cx="885802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39159" y="247649"/>
            <a:ext cx="88580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3724181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505476" y="2210433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98257"/>
            <a:ext cx="228594" cy="1657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38219" y="1247775"/>
            <a:ext cx="122869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Designed For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1756682"/>
            <a:ext cx="152396" cy="870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23921" y="1704975"/>
            <a:ext cx="9524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Grocery Stores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2080532"/>
            <a:ext cx="152396" cy="8708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23921" y="2028825"/>
            <a:ext cx="87627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Supermarkets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2404382"/>
            <a:ext cx="152396" cy="870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23921" y="2352675"/>
            <a:ext cx="77150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Wholesalers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2728232"/>
            <a:ext cx="152396" cy="870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3921" y="2676524"/>
            <a:ext cx="82865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Spaza Shops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33" y="3667124"/>
            <a:ext cx="3724181" cy="2428875"/>
          </a:xfrm>
          <a:prstGeom prst="roundRect">
            <a:avLst>
              <a:gd name="adj" fmla="val 9411"/>
            </a:avLst>
          </a:prstGeom>
          <a:gradFill rotWithShape="1">
            <a:gsLst>
              <a:gs pos="0">
                <a:srgbClr val="F0FDF4"/>
              </a:gs>
              <a:gs pos="100000">
                <a:srgbClr val="FFF7ED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-481664" y="4815521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3909732"/>
            <a:ext cx="190495" cy="16248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62020" y="3857625"/>
            <a:ext cx="205734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Comprehensive 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327" y="4238624"/>
            <a:ext cx="3305092" cy="6476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Complete point-of-sale and inventory management system built specifically for grocery retail operations.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619509" y="1084729"/>
            <a:ext cx="190495" cy="17369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886202" y="1038224"/>
            <a:ext cx="10953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Key Features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19509" y="1419225"/>
            <a:ext cx="3400339" cy="156210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3904499" y="2134235"/>
            <a:ext cx="1562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810004" y="1630311"/>
            <a:ext cx="171445" cy="14932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057648" y="1590675"/>
            <a:ext cx="147633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Perishable Tracking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10004" y="1914525"/>
            <a:ext cx="30574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Expiry date management for fresh products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24621" y="1419225"/>
            <a:ext cx="3400339" cy="156210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7409611" y="2134235"/>
            <a:ext cx="1562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315117" y="1630311"/>
            <a:ext cx="171445" cy="14932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62760" y="1590675"/>
            <a:ext cx="184780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Bulk &amp; Wholesale Pricing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5117" y="1914525"/>
            <a:ext cx="30574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Automatic pricing tiers for quantity purchases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19509" y="3095625"/>
            <a:ext cx="3400339" cy="156210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 rot="16200000">
            <a:off x="3904499" y="3810635"/>
            <a:ext cx="1562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810004" y="3306711"/>
            <a:ext cx="171445" cy="14932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057648" y="3267075"/>
            <a:ext cx="182875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Weight Scale Integration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10004" y="3590924"/>
            <a:ext cx="30574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Direct connection to digital scales for produce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24621" y="3095625"/>
            <a:ext cx="3400339" cy="156210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7409611" y="3810635"/>
            <a:ext cx="1562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315117" y="3317772"/>
            <a:ext cx="171445" cy="12720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562760" y="3267075"/>
            <a:ext cx="16382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Supplier Management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15117" y="3590924"/>
            <a:ext cx="30574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Purchase orders and vendor tracking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619509" y="4762500"/>
            <a:ext cx="3400339" cy="156210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 rot="16200000">
            <a:off x="3904499" y="5477510"/>
            <a:ext cx="1562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4810004" y="4979116"/>
            <a:ext cx="171445" cy="138266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5057648" y="4933950"/>
            <a:ext cx="12572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Multi-Store Sync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10004" y="5257800"/>
            <a:ext cx="30574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Real-time inventory across all locations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24621" y="4762500"/>
            <a:ext cx="3400339" cy="156210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 rot="16200000">
            <a:off x="7409611" y="5477510"/>
            <a:ext cx="1562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315117" y="4973586"/>
            <a:ext cx="171445" cy="14932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562760" y="4933950"/>
            <a:ext cx="131441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Customer Loyalty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15117" y="5257800"/>
            <a:ext cx="30574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Points system and rewards programs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81962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Getting Started - Login 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24861" y="247649"/>
            <a:ext cx="1000099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24861" y="247649"/>
            <a:ext cx="10000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2.1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4781430" cy="5429250"/>
          </a:xfrm>
          <a:prstGeom prst="roundRect">
            <a:avLst>
              <a:gd name="adj" fmla="val 478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981852" y="3686809"/>
            <a:ext cx="54292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3426" y="1266824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28674" y="1425892"/>
            <a:ext cx="228594" cy="1771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66813" y="1371600"/>
            <a:ext cx="131441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Login Steps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426" y="1971675"/>
            <a:ext cx="4286142" cy="761999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618467" y="2286634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23921" y="212407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3921" y="212407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3011" y="2124075"/>
            <a:ext cx="194305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Open Browser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43011" y="2390774"/>
            <a:ext cx="194305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Navigate to </a:t>
            </a:r>
            <a:r>
              <a:rPr sz="837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appex.co.zw/login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3426" y="2847974"/>
            <a:ext cx="4286142" cy="761999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618467" y="3162933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23921" y="300037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3921" y="300037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43011" y="3000375"/>
            <a:ext cx="12001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Enter Username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3011" y="3267075"/>
            <a:ext cx="12001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Your email address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3426" y="3724274"/>
            <a:ext cx="4286142" cy="761999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618467" y="4039233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23921" y="387667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3921" y="387667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43011" y="3876674"/>
            <a:ext cx="140966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Enter Password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43011" y="4143375"/>
            <a:ext cx="140966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Your secure password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3426" y="4600575"/>
            <a:ext cx="4286142" cy="761999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618467" y="4915534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123921" y="475297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23921" y="475297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43011" y="4752974"/>
            <a:ext cx="154301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Login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43011" y="5019675"/>
            <a:ext cx="15430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Press the "Login" button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3426" y="5476875"/>
            <a:ext cx="4286142" cy="761999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FFF7ED"/>
              </a:gs>
              <a:gs pos="100000">
                <a:srgbClr val="FFFBE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 rot="16200000">
            <a:off x="618467" y="5791834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123921" y="562927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3921" y="562927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43011" y="5629275"/>
            <a:ext cx="190495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2FA Code (If Enabled)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43011" y="5895974"/>
            <a:ext cx="190495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Enter code sent to your phone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76758" y="1038224"/>
            <a:ext cx="5848203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905352" y="1360170"/>
            <a:ext cx="228594" cy="19430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248243" y="1323974"/>
            <a:ext cx="99057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Quick Tips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05352" y="1800225"/>
            <a:ext cx="2619309" cy="1085850"/>
          </a:xfrm>
          <a:prstGeom prst="roundRect">
            <a:avLst>
              <a:gd name="adj" fmla="val 14035"/>
            </a:avLst>
          </a:prstGeom>
          <a:solidFill>
            <a:srgbClr val="F0FDF4"/>
          </a:solidFill>
          <a:ln w="825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067273" y="2031682"/>
            <a:ext cx="228594" cy="16573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067273" y="2343150"/>
            <a:ext cx="229546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Any Device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67273" y="2571750"/>
            <a:ext cx="22954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Works on desktop, tablet, or mobile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77058" y="1800225"/>
            <a:ext cx="2619309" cy="1085850"/>
          </a:xfrm>
          <a:prstGeom prst="roundRect">
            <a:avLst>
              <a:gd name="adj" fmla="val 14035"/>
            </a:avLst>
          </a:prstGeom>
          <a:solidFill>
            <a:srgbClr val="FFF7ED"/>
          </a:solidFill>
          <a:ln w="825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838979" y="2005964"/>
            <a:ext cx="228594" cy="21717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8838979" y="2343150"/>
            <a:ext cx="229546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Secure Access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38979" y="2571750"/>
            <a:ext cx="22954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Encrypted connection always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905352" y="3038475"/>
            <a:ext cx="2619309" cy="1085850"/>
          </a:xfrm>
          <a:prstGeom prst="roundRect">
            <a:avLst>
              <a:gd name="adj" fmla="val 14035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067273" y="3265646"/>
            <a:ext cx="228594" cy="174307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067273" y="3581400"/>
            <a:ext cx="229546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Bookmark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67273" y="3809999"/>
            <a:ext cx="22954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Save URL for quick access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677058" y="3038475"/>
            <a:ext cx="2619309" cy="1085850"/>
          </a:xfrm>
          <a:prstGeom prst="roundRect">
            <a:avLst>
              <a:gd name="adj" fmla="val 14035"/>
            </a:avLst>
          </a:prstGeom>
          <a:solidFill>
            <a:srgbClr val="FAF5FF"/>
          </a:solidFill>
          <a:ln w="8255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838979" y="3288506"/>
            <a:ext cx="228594" cy="128587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8838979" y="3581400"/>
            <a:ext cx="229546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Reset Option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38979" y="3809999"/>
            <a:ext cx="22954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"Forgot Password" link available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905352" y="4314825"/>
            <a:ext cx="5391015" cy="895350"/>
          </a:xfrm>
          <a:prstGeom prst="roundRect">
            <a:avLst>
              <a:gd name="adj" fmla="val 17021"/>
            </a:avLst>
          </a:prstGeom>
          <a:gradFill rotWithShape="1">
            <a:gsLst>
              <a:gs pos="0">
                <a:srgbClr val="F0FDF4"/>
              </a:gs>
              <a:gs pos="100000">
                <a:srgbClr val="FFF7ED"/>
              </a:gs>
            </a:gsLst>
            <a:lin scaled="0" ang="10800000"/>
          </a:gradFill>
          <a:ln w="825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067273" y="4532670"/>
            <a:ext cx="171445" cy="15485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067273" y="4857750"/>
            <a:ext cx="49528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Chrome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15057" y="4857750"/>
            <a:ext cx="42861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Firefox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96167" y="4857750"/>
            <a:ext cx="3619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Safari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810604" y="4857750"/>
            <a:ext cx="32384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Edge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50521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First-Time Setup Wizard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2.2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514637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481664" y="2148522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7228" y="115252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228" y="115252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8219" y="1171575"/>
            <a:ext cx="113344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Business Info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28" y="1571625"/>
            <a:ext cx="3171745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Store name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647825"/>
            <a:ext cx="152396" cy="114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57228" y="1876424"/>
            <a:ext cx="3171745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Business type: Grocery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57228" y="1944460"/>
            <a:ext cx="152396" cy="1306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7228" y="2181225"/>
            <a:ext cx="3171745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Physical address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57228" y="2249260"/>
            <a:ext cx="152396" cy="1306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57228" y="2486025"/>
            <a:ext cx="3171745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Contact number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57228" y="2559503"/>
            <a:ext cx="152396" cy="11974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57228" y="2790824"/>
            <a:ext cx="3171745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Logo upload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57228" y="2864303"/>
            <a:ext cx="152396" cy="11974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66733" y="3581400"/>
            <a:ext cx="3514637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-481664" y="4729797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7228" y="3733799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7228" y="3733799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8219" y="3752849"/>
            <a:ext cx="9048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Store 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228" y="4152899"/>
            <a:ext cx="3171745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Supermarket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57228" y="4220935"/>
            <a:ext cx="152396" cy="13062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57228" y="4457700"/>
            <a:ext cx="3171745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Wholesaler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57228" y="4531178"/>
            <a:ext cx="152396" cy="11974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57228" y="4762500"/>
            <a:ext cx="3171745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Spaza Shop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57228" y="4835978"/>
            <a:ext cx="152396" cy="11974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57228" y="5067299"/>
            <a:ext cx="3171745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Fresh Produce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57228" y="5143500"/>
            <a:ext cx="152396" cy="1143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57228" y="5372100"/>
            <a:ext cx="3171745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Multi-branch setup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57228" y="5448300"/>
            <a:ext cx="152396" cy="11430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4333766" y="1000125"/>
            <a:ext cx="3514637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3185369" y="2148522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524261" y="115252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24261" y="115252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05252" y="1171575"/>
            <a:ext cx="15144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Currency Settings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24261" y="1571625"/>
            <a:ext cx="3171745" cy="609600"/>
          </a:xfrm>
          <a:prstGeom prst="roundRect">
            <a:avLst>
              <a:gd name="adj" fmla="val 25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19509" y="1666874"/>
            <a:ext cx="298125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Primary Currency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619509" y="1895474"/>
            <a:ext cx="390515" cy="190499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19509" y="1895474"/>
            <a:ext cx="39051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USD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95747" y="1895474"/>
            <a:ext cx="400039" cy="190499"/>
          </a:xfrm>
          <a:prstGeom prst="roundRect">
            <a:avLst>
              <a:gd name="adj" fmla="val 4000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95747" y="1895474"/>
            <a:ext cx="4000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ZWL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24261" y="2295525"/>
            <a:ext cx="3171745" cy="552450"/>
          </a:xfrm>
          <a:prstGeom prst="roundRect">
            <a:avLst>
              <a:gd name="adj" fmla="val 27586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19509" y="2390774"/>
            <a:ext cx="298125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Display Options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19509" y="2600325"/>
            <a:ext cx="298125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Dual pricing available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33766" y="3581400"/>
            <a:ext cx="3514637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 rot="16200000">
            <a:off x="3185369" y="4729797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524261" y="3733799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24261" y="3733799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05252" y="3752849"/>
            <a:ext cx="14191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Grocery Settings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24261" y="4152899"/>
            <a:ext cx="3171745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Perishable tracking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4524261" y="4220935"/>
            <a:ext cx="152396" cy="13062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4524261" y="4457700"/>
            <a:ext cx="3171745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Default expiry alerts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4524261" y="4524374"/>
            <a:ext cx="152396" cy="133349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4524261" y="4762500"/>
            <a:ext cx="3171745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Weight scale integration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4524261" y="4830535"/>
            <a:ext cx="152396" cy="13062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4524261" y="5067299"/>
            <a:ext cx="3171745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Bulk pricing tiers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4524261" y="5135335"/>
            <a:ext cx="152396" cy="130628"/>
          </a:xfrm>
          <a:prstGeom prst="rect">
            <a:avLst/>
          </a:prstGeom>
        </p:spPr>
      </p:pic>
      <p:sp>
        <p:nvSpPr>
          <p:cNvPr id="65" name="Rounded Rectangle 64"/>
          <p:cNvSpPr/>
          <p:nvPr/>
        </p:nvSpPr>
        <p:spPr>
          <a:xfrm>
            <a:off x="8010324" y="1000125"/>
            <a:ext cx="3514637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 Same Side Corner Rectangle 65"/>
          <p:cNvSpPr/>
          <p:nvPr/>
        </p:nvSpPr>
        <p:spPr>
          <a:xfrm rot="16200000">
            <a:off x="6861927" y="2148522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200819" y="115252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00819" y="115252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81810" y="1171575"/>
            <a:ext cx="12382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User Accounts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00819" y="1571625"/>
            <a:ext cx="31717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Staff Roles: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200819" y="1838324"/>
            <a:ext cx="1552536" cy="22860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00819" y="1838324"/>
            <a:ext cx="155253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Owner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820029" y="1838324"/>
            <a:ext cx="1552536" cy="22860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820029" y="1838324"/>
            <a:ext cx="155253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Manager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200819" y="2143125"/>
            <a:ext cx="1552536" cy="22860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00819" y="2143125"/>
            <a:ext cx="155253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Cashier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820029" y="2143125"/>
            <a:ext cx="1552536" cy="22860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820029" y="2143125"/>
            <a:ext cx="155253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Stock Clerk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00819" y="2447924"/>
            <a:ext cx="31717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Set permissions for each role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010324" y="3581400"/>
            <a:ext cx="3514637" cy="2428875"/>
          </a:xfrm>
          <a:prstGeom prst="roundRect">
            <a:avLst>
              <a:gd name="adj" fmla="val 9411"/>
            </a:avLst>
          </a:prstGeom>
          <a:gradFill rotWithShape="1">
            <a:gsLst>
              <a:gs pos="0">
                <a:srgbClr val="DCFCE7"/>
              </a:gs>
              <a:gs pos="100000">
                <a:srgbClr val="FFF7ED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 Same Side Corner Rectangle 80"/>
          <p:cNvSpPr/>
          <p:nvPr/>
        </p:nvSpPr>
        <p:spPr>
          <a:xfrm rot="16200000">
            <a:off x="6861927" y="4729797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8200819" y="4133849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00819" y="4133849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81810" y="4152899"/>
            <a:ext cx="13429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Complete Setup</a:t>
            </a:r>
          </a:p>
        </p:txBody>
      </p:sp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8200819" y="4643157"/>
            <a:ext cx="190495" cy="162485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8467513" y="4629150"/>
            <a:ext cx="116202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Review all settings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200819" y="4972050"/>
            <a:ext cx="3171745" cy="495299"/>
          </a:xfrm>
          <a:prstGeom prst="roundRect">
            <a:avLst>
              <a:gd name="adj" fmla="val 30769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90515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Dashboard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10584" y="247649"/>
            <a:ext cx="914377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10584" y="247649"/>
            <a:ext cx="91437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733706" cy="5095874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70747"/>
            <a:ext cx="190495" cy="10645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1190625"/>
            <a:ext cx="12572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Top Navigation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09724"/>
            <a:ext cx="3314617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09624" y="1838324"/>
            <a:ext cx="152396" cy="114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38219" y="1724024"/>
            <a:ext cx="137156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Business Name/Logo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8219" y="1914525"/>
            <a:ext cx="137156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Top left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327" y="2276474"/>
            <a:ext cx="3314617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09624" y="2503714"/>
            <a:ext cx="152396" cy="11702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38219" y="2390774"/>
            <a:ext cx="184780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Search Bar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219" y="2581275"/>
            <a:ext cx="184780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Products, customers, transactions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327" y="2943225"/>
            <a:ext cx="3314617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09624" y="3163660"/>
            <a:ext cx="152396" cy="1306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38219" y="3057525"/>
            <a:ext cx="13810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Notifications Bell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219" y="3248024"/>
            <a:ext cx="138109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Low stock, expiring alerts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327" y="3609975"/>
            <a:ext cx="3314617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09624" y="3830410"/>
            <a:ext cx="152396" cy="13062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38219" y="3724274"/>
            <a:ext cx="84770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User Profile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8219" y="3914775"/>
            <a:ext cx="84770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Settings, logout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5327" y="4276725"/>
            <a:ext cx="3314617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09624" y="4488996"/>
            <a:ext cx="152396" cy="14695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38219" y="4391025"/>
            <a:ext cx="106677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Currency Toggle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8219" y="4581524"/>
            <a:ext cx="106677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USD / ZWL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5327" y="4943475"/>
            <a:ext cx="3314617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009624" y="5169353"/>
            <a:ext cx="152396" cy="11974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238219" y="5057775"/>
            <a:ext cx="113344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Branch Selector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8219" y="5248275"/>
            <a:ext cx="113344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Multi-location switch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90935" y="1000125"/>
            <a:ext cx="6934026" cy="26670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743331" y="1254841"/>
            <a:ext cx="171445" cy="13826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990975" y="1209674"/>
            <a:ext cx="8572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Quick Stats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43331" y="1571625"/>
            <a:ext cx="2162120" cy="933449"/>
          </a:xfrm>
          <a:prstGeom prst="roundRect">
            <a:avLst>
              <a:gd name="adj" fmla="val 16326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724381" y="1730188"/>
            <a:ext cx="190495" cy="140073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838579" y="1990724"/>
            <a:ext cx="197162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26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$2,450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38579" y="2257425"/>
            <a:ext cx="197162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Today's Sales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81650" y="1571625"/>
            <a:ext cx="2162120" cy="933449"/>
          </a:xfrm>
          <a:prstGeom prst="roundRect">
            <a:avLst>
              <a:gd name="adj" fmla="val 16326"/>
            </a:avLst>
          </a:prstGeom>
          <a:gradFill rotWithShape="1">
            <a:gsLst>
              <a:gs pos="0">
                <a:srgbClr val="FFF7ED"/>
              </a:gs>
              <a:gs pos="100000">
                <a:srgbClr val="FFEDD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962700" y="1718982"/>
            <a:ext cx="190495" cy="16248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076898" y="1990724"/>
            <a:ext cx="197162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26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124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6898" y="2257425"/>
            <a:ext cx="197162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Transactions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10444" y="1571625"/>
            <a:ext cx="2162120" cy="933449"/>
          </a:xfrm>
          <a:prstGeom prst="roundRect">
            <a:avLst>
              <a:gd name="adj" fmla="val 16326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10201019" y="1738592"/>
            <a:ext cx="190495" cy="12326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305692" y="1990724"/>
            <a:ext cx="197162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26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98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05692" y="2257425"/>
            <a:ext cx="197162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Customers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743331" y="2581275"/>
            <a:ext cx="2162120" cy="933449"/>
          </a:xfrm>
          <a:prstGeom prst="roundRect">
            <a:avLst>
              <a:gd name="adj" fmla="val 16326"/>
            </a:avLst>
          </a:prstGeom>
          <a:gradFill rotWithShape="1">
            <a:gsLst>
              <a:gs pos="0">
                <a:srgbClr val="FEF2F2"/>
              </a:gs>
              <a:gs pos="100000">
                <a:srgbClr val="FEE2E2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5724381" y="2728632"/>
            <a:ext cx="190495" cy="16248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838579" y="3000375"/>
            <a:ext cx="197162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26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15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38579" y="3267075"/>
            <a:ext cx="197162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Low Stock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81650" y="2581275"/>
            <a:ext cx="2162120" cy="933449"/>
          </a:xfrm>
          <a:prstGeom prst="roundRect">
            <a:avLst>
              <a:gd name="adj" fmla="val 16326"/>
            </a:avLst>
          </a:prstGeom>
          <a:gradFill rotWithShape="1">
            <a:gsLst>
              <a:gs pos="0">
                <a:srgbClr val="FFFBEB"/>
              </a:gs>
              <a:gs pos="100000">
                <a:srgbClr val="FEF3C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7962700" y="2727231"/>
            <a:ext cx="190495" cy="16528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076898" y="3000375"/>
            <a:ext cx="197162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26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76898" y="3267075"/>
            <a:ext cx="197162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Expiring Items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210444" y="2581275"/>
            <a:ext cx="2162120" cy="933449"/>
          </a:xfrm>
          <a:prstGeom prst="roundRect">
            <a:avLst>
              <a:gd name="adj" fmla="val 16326"/>
            </a:avLst>
          </a:prstGeom>
          <a:gradFill rotWithShape="1">
            <a:gsLst>
              <a:gs pos="0">
                <a:srgbClr val="EFF6FF"/>
              </a:gs>
              <a:gs pos="100000">
                <a:srgbClr val="DBEAFE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10201019" y="2728632"/>
            <a:ext cx="190495" cy="162485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9305692" y="3000375"/>
            <a:ext cx="197162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26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12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05692" y="3267075"/>
            <a:ext cx="197162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Below Reorder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90935" y="3819524"/>
            <a:ext cx="6934026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4743331" y="4068711"/>
            <a:ext cx="171445" cy="149327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4990975" y="4029075"/>
            <a:ext cx="10381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Quick Actions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43331" y="4391025"/>
            <a:ext cx="1266793" cy="6858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22C55E"/>
              </a:gs>
              <a:gs pos="100000">
                <a:srgbClr val="16A34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086322" y="4391025"/>
            <a:ext cx="1266793" cy="6858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97316"/>
              </a:gs>
              <a:gs pos="100000">
                <a:srgbClr val="EA580C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429314" y="4391025"/>
            <a:ext cx="1266793" cy="6858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22C55E"/>
              </a:gs>
              <a:gs pos="100000">
                <a:srgbClr val="16A34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8762780" y="4391025"/>
            <a:ext cx="1266793" cy="6858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97316"/>
              </a:gs>
              <a:gs pos="100000">
                <a:srgbClr val="EA580C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0105772" y="4391025"/>
            <a:ext cx="1266793" cy="6858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22C55E"/>
              </a:gs>
              <a:gs pos="100000">
                <a:srgbClr val="16A34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96240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Accessing POS &amp;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1495" y="247649"/>
            <a:ext cx="1333466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91495" y="247649"/>
            <a:ext cx="13334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4.1 - 4.2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162220" cy="5095874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04436"/>
            <a:ext cx="228594" cy="27717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38219" y="1209674"/>
            <a:ext cx="113344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Access POS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85925"/>
            <a:ext cx="2743131" cy="800100"/>
          </a:xfrm>
          <a:prstGeom prst="roundRect">
            <a:avLst>
              <a:gd name="adj" fmla="val 19047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561317" y="2019935"/>
            <a:ext cx="800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5822" y="1838324"/>
            <a:ext cx="24002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Step 1: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2143125"/>
            <a:ext cx="24002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Click "Sales" in left sidebar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2124021" y="2669721"/>
            <a:ext cx="285742" cy="204107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95327" y="3057525"/>
            <a:ext cx="2743131" cy="800100"/>
          </a:xfrm>
          <a:prstGeom prst="roundRect">
            <a:avLst>
              <a:gd name="adj" fmla="val 19047"/>
            </a:avLst>
          </a:prstGeom>
          <a:gradFill rotWithShape="1">
            <a:gsLst>
              <a:gs pos="0">
                <a:srgbClr val="FFF7ED"/>
              </a:gs>
              <a:gs pos="100000">
                <a:srgbClr val="FFEDD5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561317" y="3391535"/>
            <a:ext cx="800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5822" y="3209925"/>
            <a:ext cx="24002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Step 2: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3514725"/>
            <a:ext cx="24002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Select "New Sale"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2124021" y="4041321"/>
            <a:ext cx="285742" cy="204107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895327" y="4429125"/>
            <a:ext cx="2743131" cy="9144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504167" y="4820285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143071" y="4630510"/>
            <a:ext cx="285742" cy="2449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85822" y="5000625"/>
            <a:ext cx="24002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POS Opens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81350" y="1000125"/>
            <a:ext cx="4219469" cy="5200650"/>
          </a:xfrm>
          <a:prstGeom prst="roundRect">
            <a:avLst>
              <a:gd name="adj" fmla="val 5417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133746" y="1254841"/>
            <a:ext cx="171445" cy="13826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381390" y="1209674"/>
            <a:ext cx="102867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POS Interface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33746" y="1571625"/>
            <a:ext cx="1257268" cy="4476750"/>
          </a:xfrm>
          <a:prstGeom prst="roundRect">
            <a:avLst>
              <a:gd name="adj" fmla="val 12121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9944" y="1647825"/>
            <a:ext cx="110487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Products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09944" y="1838324"/>
            <a:ext cx="1104872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9944" y="1838324"/>
            <a:ext cx="11048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Produce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9944" y="2105024"/>
            <a:ext cx="1104872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9944" y="2105024"/>
            <a:ext cx="11048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Dairy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9944" y="2371725"/>
            <a:ext cx="1104872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9944" y="2371725"/>
            <a:ext cx="11048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Meat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09944" y="2638425"/>
            <a:ext cx="1104872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9944" y="2638425"/>
            <a:ext cx="11048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Bakery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09944" y="2905124"/>
            <a:ext cx="1104872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9944" y="2905124"/>
            <a:ext cx="11048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Beverages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09944" y="3171825"/>
            <a:ext cx="1104872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09944" y="3171825"/>
            <a:ext cx="11048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Household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09944" y="3476624"/>
            <a:ext cx="1104872" cy="266699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457588" y="3551300"/>
            <a:ext cx="133346" cy="11734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4629034" y="3533774"/>
            <a:ext cx="44766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Scanner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67213" y="1571625"/>
            <a:ext cx="1257268" cy="4476750"/>
          </a:xfrm>
          <a:prstGeom prst="roundRect">
            <a:avLst>
              <a:gd name="adj" fmla="val 12121"/>
            </a:avLst>
          </a:prstGeom>
          <a:gradFill rotWithShape="1">
            <a:gsLst>
              <a:gs pos="0">
                <a:srgbClr val="FFF7ED"/>
              </a:gs>
              <a:gs pos="100000">
                <a:srgbClr val="FFEDD5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43411" y="1647825"/>
            <a:ext cx="110487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Cart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543411" y="1838324"/>
            <a:ext cx="1104872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00559" y="1895474"/>
            <a:ext cx="39051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Milk 2L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76818" y="1895474"/>
            <a:ext cx="3143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$3.50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00559" y="2066924"/>
            <a:ext cx="3143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Bread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95867" y="2066924"/>
            <a:ext cx="2952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$1.20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00559" y="2238375"/>
            <a:ext cx="47623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Eggs x12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76818" y="2238375"/>
            <a:ext cx="3143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$2.80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543411" y="2543175"/>
            <a:ext cx="1104872" cy="65722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00559" y="2609850"/>
            <a:ext cx="44766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Subtotal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95867" y="2609850"/>
            <a:ext cx="2952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$7.50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00559" y="2762249"/>
            <a:ext cx="6381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EA580C"/>
                </a:solidFill>
                <a:latin typeface="Inter"/>
                <a:rFonts ascii="Inter" hAnsi="Inter" eastAsia="Inter" cs="Inter"/>
              </a:rPr>
              <a:t>Tax (14.5%)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5867" y="2762249"/>
            <a:ext cx="2952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EA580C"/>
                </a:solidFill>
                <a:latin typeface="Inter"/>
                <a:rFonts ascii="Inter" hAnsi="Inter" eastAsia="Inter" cs="Inter"/>
              </a:rPr>
              <a:t>$1.09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00559" y="2952750"/>
            <a:ext cx="32384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Total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00619" y="2952750"/>
            <a:ext cx="3809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$8.59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800679" y="1571625"/>
            <a:ext cx="1257268" cy="4476750"/>
          </a:xfrm>
          <a:prstGeom prst="roundRect">
            <a:avLst>
              <a:gd name="adj" fmla="val 12121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76878" y="1647825"/>
            <a:ext cx="110487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Payment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876878" y="1838324"/>
            <a:ext cx="1104872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76878" y="1838324"/>
            <a:ext cx="11048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Customer </a:t>
            </a:r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914977" y="1908463"/>
            <a:ext cx="114297" cy="8832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876878" y="2143125"/>
            <a:ext cx="110487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Methods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876878" y="2333624"/>
            <a:ext cx="533386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876878" y="2333624"/>
            <a:ext cx="53338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Cash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448363" y="2333624"/>
            <a:ext cx="533386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448363" y="2333624"/>
            <a:ext cx="53338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EcoCash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876878" y="2600325"/>
            <a:ext cx="533386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876878" y="2600325"/>
            <a:ext cx="53338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OneMoney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448363" y="2600325"/>
            <a:ext cx="533386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448363" y="2600325"/>
            <a:ext cx="53338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ZimSwitch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876878" y="2905124"/>
            <a:ext cx="1104872" cy="266699"/>
          </a:xfrm>
          <a:prstGeom prst="roundRect">
            <a:avLst>
              <a:gd name="adj" fmla="val 28571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362740" y="1000125"/>
            <a:ext cx="3162220" cy="5095874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 Same Side Corner Rectangle 77"/>
          <p:cNvSpPr/>
          <p:nvPr/>
        </p:nvSpPr>
        <p:spPr>
          <a:xfrm rot="16200000">
            <a:off x="5880843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591335" y="1242732"/>
            <a:ext cx="190495" cy="162485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8858028" y="1190625"/>
            <a:ext cx="153348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Interface Features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591335" y="1609724"/>
            <a:ext cx="2743131" cy="647699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705632" y="1779814"/>
            <a:ext cx="152396" cy="117021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8934226" y="1743075"/>
            <a:ext cx="99057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Product Search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72325" y="1990724"/>
            <a:ext cx="224784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Search by name or barcode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591335" y="2371725"/>
            <a:ext cx="2743131" cy="647699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FFF7ED"/>
              </a:gs>
              <a:gs pos="100000">
                <a:srgbClr val="FFEDD5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705632" y="2535010"/>
            <a:ext cx="152396" cy="130628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8934226" y="2505074"/>
            <a:ext cx="110487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Barcode Scanner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72325" y="2752725"/>
            <a:ext cx="224784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Camera or external scanner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591335" y="3133724"/>
            <a:ext cx="2743131" cy="647699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705632" y="3305174"/>
            <a:ext cx="152396" cy="114300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8934226" y="3267075"/>
            <a:ext cx="11524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Customer Section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72325" y="3514725"/>
            <a:ext cx="224784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Add or search customers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591335" y="3895724"/>
            <a:ext cx="2743131" cy="647699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FFF7ED"/>
              </a:gs>
              <a:gs pos="100000">
                <a:srgbClr val="FFEDD5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4" name="Picture 93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705632" y="4059010"/>
            <a:ext cx="152396" cy="130628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8934226" y="4029075"/>
            <a:ext cx="90485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Loyalty Points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72325" y="4276725"/>
            <a:ext cx="224784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View &amp; apply rewards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591335" y="4657725"/>
            <a:ext cx="2743131" cy="647699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Picture 97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705632" y="4821010"/>
            <a:ext cx="152396" cy="130628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8934226" y="4791075"/>
            <a:ext cx="101914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Receipt Options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72325" y="5038724"/>
            <a:ext cx="224784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Print, email, WhatsApp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40053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Processing a Sale - Steps 1-4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4.3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2495550"/>
          </a:xfrm>
          <a:prstGeom prst="roundRect">
            <a:avLst>
              <a:gd name="adj" fmla="val 91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515002" y="2181860"/>
            <a:ext cx="24955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190625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327" y="1190625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0615" y="1247775"/>
            <a:ext cx="229546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Scan or Search Products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724024"/>
            <a:ext cx="1562060" cy="933449"/>
          </a:xfrm>
          <a:prstGeom prst="roundRect">
            <a:avLst>
              <a:gd name="adj" fmla="val 16326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562060" y="1893570"/>
            <a:ext cx="228594" cy="19430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09624" y="2181225"/>
            <a:ext cx="13334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Barcode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624" y="2390774"/>
            <a:ext cx="133346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Scan each item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71685" y="1724024"/>
            <a:ext cx="1562060" cy="933449"/>
          </a:xfrm>
          <a:prstGeom prst="roundRect">
            <a:avLst>
              <a:gd name="adj" fmla="val 16326"/>
            </a:avLst>
          </a:prstGeom>
          <a:gradFill rotWithShape="1">
            <a:gsLst>
              <a:gs pos="0">
                <a:srgbClr val="FFF7ED"/>
              </a:gs>
              <a:gs pos="100000">
                <a:srgbClr val="FFEDD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238419" y="1903571"/>
            <a:ext cx="228594" cy="17430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685982" y="2181225"/>
            <a:ext cx="13334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85982" y="2390774"/>
            <a:ext cx="133346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Type product name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48043" y="1724024"/>
            <a:ext cx="1562060" cy="933449"/>
          </a:xfrm>
          <a:prstGeom prst="roundRect">
            <a:avLst>
              <a:gd name="adj" fmla="val 16326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914777" y="1902142"/>
            <a:ext cx="228594" cy="1771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362340" y="2181225"/>
            <a:ext cx="13334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Categories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2340" y="2390774"/>
            <a:ext cx="133346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Browse buttons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1095" y="1000125"/>
            <a:ext cx="5333866" cy="2495550"/>
          </a:xfrm>
          <a:prstGeom prst="roundRect">
            <a:avLst>
              <a:gd name="adj" fmla="val 91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5009360" y="2181860"/>
            <a:ext cx="24955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689" y="1190625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689" y="1190625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4977" y="1247775"/>
            <a:ext cx="20382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Variable Weight Items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19689" y="1724024"/>
            <a:ext cx="4914777" cy="1581149"/>
          </a:xfrm>
          <a:prstGeom prst="roundRect">
            <a:avLst>
              <a:gd name="adj" fmla="val 9638"/>
            </a:avLst>
          </a:prstGeom>
          <a:gradFill rotWithShape="1">
            <a:gsLst>
              <a:gs pos="0">
                <a:srgbClr val="F0FDF4"/>
              </a:gs>
              <a:gs pos="100000">
                <a:srgbClr val="FFF7ED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72085" y="1928532"/>
            <a:ext cx="190495" cy="16248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838779" y="1895474"/>
            <a:ext cx="164778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Produce &amp; Fresh Items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72085" y="2219324"/>
            <a:ext cx="46099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Scale integration appears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72085" y="2466975"/>
            <a:ext cx="46099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Weight auto-populates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72085" y="2714625"/>
            <a:ext cx="46099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OR enter weight manually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72085" y="2962274"/>
            <a:ext cx="46099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Price calculates by kg/lb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6733" y="3686175"/>
            <a:ext cx="5333866" cy="2933699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 rot="16200000">
            <a:off x="-734076" y="5086984"/>
            <a:ext cx="2933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95327" y="3876674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5327" y="3876674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90615" y="3933824"/>
            <a:ext cx="14001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Apply Quantity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5327" y="4410074"/>
            <a:ext cx="4914777" cy="495299"/>
          </a:xfrm>
          <a:prstGeom prst="roundRect">
            <a:avLst>
              <a:gd name="adj" fmla="val 30769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9624" y="4562475"/>
            <a:ext cx="101914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Default Quantity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19609" y="4524374"/>
            <a:ext cx="7619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5327" y="5019675"/>
            <a:ext cx="4914777" cy="838200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624" y="5133975"/>
            <a:ext cx="468618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Options: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9624" y="5400675"/>
            <a:ext cx="2304992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9624" y="5400675"/>
            <a:ext cx="230499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quantity field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390815" y="5400675"/>
            <a:ext cx="2304992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90815" y="5400675"/>
            <a:ext cx="230499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new number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5327" y="5972175"/>
            <a:ext cx="4914777" cy="457200"/>
          </a:xfrm>
          <a:prstGeom prst="roundRect">
            <a:avLst>
              <a:gd name="adj" fmla="val 3333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09624" y="6135460"/>
            <a:ext cx="152396" cy="13062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238219" y="6105525"/>
            <a:ext cx="213354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Bulk items: use decimal quantities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91095" y="3686175"/>
            <a:ext cx="5333866" cy="2933699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 Same Side Corner Rectangle 54"/>
          <p:cNvSpPr/>
          <p:nvPr/>
        </p:nvSpPr>
        <p:spPr>
          <a:xfrm rot="16200000">
            <a:off x="4790286" y="5086984"/>
            <a:ext cx="2933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419689" y="3876674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9689" y="3876674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14977" y="3933824"/>
            <a:ext cx="153348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Apply Discounts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19689" y="4478110"/>
            <a:ext cx="152396" cy="13062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648283" y="4410074"/>
            <a:ext cx="131441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"Add Discount"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19689" y="4829175"/>
            <a:ext cx="152396" cy="1143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648283" y="4752974"/>
            <a:ext cx="211449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percentage or fixed amount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19689" y="5095874"/>
            <a:ext cx="4914777" cy="6858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FF7ED"/>
              </a:gs>
              <a:gs pos="100000">
                <a:srgbClr val="FFFBE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33986" y="5210174"/>
            <a:ext cx="468618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Reasons: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533986" y="5438774"/>
            <a:ext cx="904852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33986" y="5438774"/>
            <a:ext cx="90485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Staff discount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515037" y="5438774"/>
            <a:ext cx="704832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515037" y="5438774"/>
            <a:ext cx="70483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Promotion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296067" y="5438774"/>
            <a:ext cx="923901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96067" y="5438774"/>
            <a:ext cx="92390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Bulk purchase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42911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Processing a Sale - Steps 5-7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4.3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495587" cy="5095874"/>
          </a:xfrm>
          <a:prstGeom prst="roundRect">
            <a:avLst>
              <a:gd name="adj" fmla="val 653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190625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327" y="1190625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0615" y="1247775"/>
            <a:ext cx="15144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Identify Customer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724024"/>
            <a:ext cx="3076498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9624" y="1838324"/>
            <a:ext cx="284790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Search Customer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624" y="2066924"/>
            <a:ext cx="284790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By name or phone number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3566" y="2447924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6B7280"/>
                </a:solidFill>
                <a:latin typeface="Inter"/>
                <a:rFonts ascii="Inter" hAnsi="Inter" eastAsia="Inter" cs="Inter"/>
              </a:rPr>
              <a:t>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327" y="2752725"/>
            <a:ext cx="3076498" cy="647699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FFF7ED"/>
              </a:gs>
              <a:gs pos="100000">
                <a:srgbClr val="FFEDD5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09624" y="2924175"/>
            <a:ext cx="152396" cy="1143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00119" y="2886075"/>
            <a:ext cx="12477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 New Customer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24" y="3133724"/>
            <a:ext cx="284790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Enter details to create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327" y="3514725"/>
            <a:ext cx="3076498" cy="647699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FAF5FF"/>
              </a:gs>
              <a:gs pos="100000">
                <a:srgbClr val="F3E8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09624" y="3678010"/>
            <a:ext cx="152396" cy="1306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00119" y="3648074"/>
            <a:ext cx="90485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Loyalty 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9624" y="3895724"/>
            <a:ext cx="284790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Auto-apply on selection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52816" y="1000125"/>
            <a:ext cx="3495587" cy="5095874"/>
          </a:xfrm>
          <a:prstGeom prst="roundRect">
            <a:avLst>
              <a:gd name="adj" fmla="val 653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1870919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81410" y="1190625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81410" y="1190625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6698" y="1247775"/>
            <a:ext cx="14572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Process Payment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1410" y="1724024"/>
            <a:ext cx="30764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1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Payment Methods: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81410" y="1952624"/>
            <a:ext cx="1495387" cy="638175"/>
          </a:xfrm>
          <a:prstGeom prst="roundRect">
            <a:avLst>
              <a:gd name="adj" fmla="val 23880"/>
            </a:avLst>
          </a:prstGeom>
          <a:solidFill>
            <a:srgbClr val="F0FDF4"/>
          </a:solidFill>
          <a:ln w="825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238619" y="2108097"/>
            <a:ext cx="171445" cy="12720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667133" y="2352675"/>
            <a:ext cx="132394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Cash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52996" y="1952624"/>
            <a:ext cx="1495387" cy="638175"/>
          </a:xfrm>
          <a:prstGeom prst="roundRect">
            <a:avLst>
              <a:gd name="adj" fmla="val 23880"/>
            </a:avLst>
          </a:prstGeom>
          <a:solidFill>
            <a:srgbClr val="FFF7ED"/>
          </a:solidFill>
          <a:ln w="825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819729" y="2091505"/>
            <a:ext cx="171445" cy="16038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38719" y="2352675"/>
            <a:ext cx="132394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EcoCash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81410" y="2667000"/>
            <a:ext cx="1495387" cy="638175"/>
          </a:xfrm>
          <a:prstGeom prst="roundRect">
            <a:avLst>
              <a:gd name="adj" fmla="val 23880"/>
            </a:avLst>
          </a:prstGeom>
          <a:solidFill>
            <a:srgbClr val="FFF7ED"/>
          </a:solidFill>
          <a:ln w="825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238619" y="2805880"/>
            <a:ext cx="171445" cy="16038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667133" y="3067050"/>
            <a:ext cx="132394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OneMoney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52996" y="2667000"/>
            <a:ext cx="1495387" cy="638175"/>
          </a:xfrm>
          <a:prstGeom prst="roundRect">
            <a:avLst>
              <a:gd name="adj" fmla="val 23880"/>
            </a:avLst>
          </a:prstGeom>
          <a:solidFill>
            <a:srgbClr val="F0FDF4"/>
          </a:solidFill>
          <a:ln w="825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819729" y="2822472"/>
            <a:ext cx="171445" cy="12720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238719" y="3067050"/>
            <a:ext cx="132394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ZimSwitch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81410" y="3381375"/>
            <a:ext cx="3076498" cy="38099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657608" y="3502478"/>
            <a:ext cx="152396" cy="13879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4848103" y="3495675"/>
            <a:ext cx="75245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Bank Transfer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81410" y="3838574"/>
            <a:ext cx="3076498" cy="323849"/>
          </a:xfrm>
          <a:prstGeom prst="roundRect">
            <a:avLst>
              <a:gd name="adj" fmla="val 47058"/>
            </a:avLst>
          </a:prstGeom>
          <a:gradFill rotWithShape="1">
            <a:gsLst>
              <a:gs pos="0">
                <a:srgbClr val="F0FDF4"/>
              </a:gs>
              <a:gs pos="100000">
                <a:srgbClr val="FFF7ED"/>
              </a:gs>
            </a:gsLst>
            <a:lin scaled="0" ang="10800000"/>
          </a:gradFill>
          <a:ln w="825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67133" y="3924299"/>
            <a:ext cx="290505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Split Payment Available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29374" y="1000125"/>
            <a:ext cx="3495587" cy="5095874"/>
          </a:xfrm>
          <a:prstGeom prst="roundRect">
            <a:avLst>
              <a:gd name="adj" fmla="val 653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 rot="16200000">
            <a:off x="5547477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257968" y="1190625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57968" y="1190625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53256" y="1247775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Receipt Options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57968" y="1724024"/>
            <a:ext cx="3076498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372265" y="1892753"/>
            <a:ext cx="152396" cy="11974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600859" y="1857375"/>
            <a:ext cx="81912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Print Receipt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38959" y="2066924"/>
            <a:ext cx="258121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Thermal printer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57968" y="2409825"/>
            <a:ext cx="3076498" cy="4572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372265" y="2573110"/>
            <a:ext cx="152396" cy="13062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8600859" y="2543175"/>
            <a:ext cx="10381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Send WhatsApp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257968" y="2943225"/>
            <a:ext cx="3076498" cy="4572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372265" y="3114675"/>
            <a:ext cx="152396" cy="1143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600859" y="3076574"/>
            <a:ext cx="7143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Send Email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257968" y="3476624"/>
            <a:ext cx="3076498" cy="4572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FFF7ED"/>
              </a:gs>
              <a:gs pos="100000">
                <a:srgbClr val="FFEDD5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372265" y="3639910"/>
            <a:ext cx="152396" cy="13062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8600859" y="3609975"/>
            <a:ext cx="65720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Send SMS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257968" y="4010024"/>
            <a:ext cx="3076498" cy="4572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EFF6FF"/>
              </a:gs>
              <a:gs pos="100000">
                <a:srgbClr val="DBEAF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372265" y="4186917"/>
            <a:ext cx="152396" cy="103414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8600859" y="4143375"/>
            <a:ext cx="10000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View on Screen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62525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56246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Special Grocery POS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4.4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5333866" cy="2838450"/>
          </a:xfrm>
          <a:prstGeom prst="roundRect">
            <a:avLst>
              <a:gd name="adj" fmla="val 805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686452" y="2391409"/>
            <a:ext cx="28384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22872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318736"/>
            <a:ext cx="228594" cy="27717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90615" y="1238249"/>
            <a:ext cx="17144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Quick Key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0615" y="1504950"/>
            <a:ext cx="17144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One-touch product 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5327" y="1857375"/>
            <a:ext cx="4914777" cy="1133475"/>
          </a:xfrm>
          <a:prstGeom prst="roundRect">
            <a:avLst>
              <a:gd name="adj" fmla="val 13445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9624" y="1971675"/>
            <a:ext cx="468618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Configure frequently purchased items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9624" y="2238375"/>
            <a:ext cx="1114397" cy="638175"/>
          </a:xfrm>
          <a:prstGeom prst="roundRect">
            <a:avLst>
              <a:gd name="adj" fmla="val 23880"/>
            </a:avLst>
          </a:prstGeom>
          <a:solidFill>
            <a:srgbClr val="FFFFFF"/>
          </a:solidFill>
          <a:ln w="825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485862" y="2414587"/>
            <a:ext cx="171445" cy="857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95347" y="2638425"/>
            <a:ext cx="94295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Bread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00219" y="2238375"/>
            <a:ext cx="1114397" cy="638175"/>
          </a:xfrm>
          <a:prstGeom prst="roundRect">
            <a:avLst>
              <a:gd name="adj" fmla="val 23880"/>
            </a:avLst>
          </a:prstGeom>
          <a:solidFill>
            <a:srgbClr val="FFFFFF"/>
          </a:solidFill>
          <a:ln w="825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666933" y="2382786"/>
            <a:ext cx="171445" cy="14932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285942" y="2638425"/>
            <a:ext cx="94295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Milk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90815" y="2238375"/>
            <a:ext cx="1114397" cy="638175"/>
          </a:xfrm>
          <a:prstGeom prst="roundRect">
            <a:avLst>
              <a:gd name="adj" fmla="val 23880"/>
            </a:avLst>
          </a:prstGeom>
          <a:solidFill>
            <a:srgbClr val="FFFFFF"/>
          </a:solidFill>
          <a:ln w="825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867053" y="2388316"/>
            <a:ext cx="171445" cy="13826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476538" y="2638425"/>
            <a:ext cx="94295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Eggs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81410" y="2238375"/>
            <a:ext cx="1114397" cy="638175"/>
          </a:xfrm>
          <a:prstGeom prst="roundRect">
            <a:avLst>
              <a:gd name="adj" fmla="val 23880"/>
            </a:avLst>
          </a:prstGeom>
          <a:solidFill>
            <a:srgbClr val="FFFFFF"/>
          </a:solidFill>
          <a:ln w="825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048123" y="2382786"/>
            <a:ext cx="171445" cy="14932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67133" y="2638425"/>
            <a:ext cx="94295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Oil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95327" y="3173185"/>
            <a:ext cx="152396" cy="1306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23921" y="3105149"/>
            <a:ext cx="232404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Organize by category for fast access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1095" y="1038224"/>
            <a:ext cx="5333866" cy="2838450"/>
          </a:xfrm>
          <a:prstGeom prst="roundRect">
            <a:avLst>
              <a:gd name="adj" fmla="val 805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4837910" y="2391409"/>
            <a:ext cx="28384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19689" y="122872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95887" y="1385887"/>
            <a:ext cx="228594" cy="14287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914977" y="1238249"/>
            <a:ext cx="23526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Substitution Suggestions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14977" y="1504950"/>
            <a:ext cx="235261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Smart alternatives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19689" y="1932214"/>
            <a:ext cx="152396" cy="11702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648283" y="1857375"/>
            <a:ext cx="16096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If scanned item not found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19689" y="2200275"/>
            <a:ext cx="4914777" cy="1143000"/>
          </a:xfrm>
          <a:prstGeom prst="roundRect">
            <a:avLst>
              <a:gd name="adj" fmla="val 13333"/>
            </a:avLst>
          </a:prstGeom>
          <a:gradFill rotWithShape="1">
            <a:gsLst>
              <a:gs pos="0">
                <a:srgbClr val="FFF7ED"/>
              </a:gs>
              <a:gs pos="100000">
                <a:srgbClr val="FFFBE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3986" y="2314575"/>
            <a:ext cx="468618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System suggests: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3986" y="2581275"/>
            <a:ext cx="4686182" cy="1904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Similar products in same category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3986" y="2809875"/>
            <a:ext cx="4686182" cy="1904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Alternative brands available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3986" y="3038475"/>
            <a:ext cx="4686182" cy="1904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Comparable pricing options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19689" y="3506560"/>
            <a:ext cx="152396" cy="13062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648283" y="3438525"/>
            <a:ext cx="220974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Customer can approve substitution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6733" y="4067174"/>
            <a:ext cx="5333866" cy="257175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 rot="16200000">
            <a:off x="-553102" y="5287009"/>
            <a:ext cx="25717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95327" y="425767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971525" y="4389120"/>
            <a:ext cx="228594" cy="19430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390615" y="4267199"/>
            <a:ext cx="128584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Bulk Pricing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90615" y="4533900"/>
            <a:ext cx="128584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Automatic discounts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5327" y="4886325"/>
            <a:ext cx="4914777" cy="1200150"/>
          </a:xfrm>
          <a:prstGeom prst="roundRect">
            <a:avLst>
              <a:gd name="adj" fmla="val 12698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9624" y="5000625"/>
            <a:ext cx="468618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Auto-applied at checkout: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09624" y="5267324"/>
            <a:ext cx="4686182" cy="704849"/>
          </a:xfrm>
          <a:prstGeom prst="roundRect">
            <a:avLst>
              <a:gd name="adj" fmla="val 21621"/>
            </a:avLst>
          </a:prstGeom>
          <a:solidFill>
            <a:srgbClr val="FFFFFF"/>
          </a:solidFill>
          <a:ln w="825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14397" y="5410199"/>
            <a:ext cx="57148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Buy 2 for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95747" y="5372100"/>
            <a:ext cx="49528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$5.00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4397" y="5695949"/>
            <a:ext cx="136204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Regular price $3.00 each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29054" y="5676900"/>
            <a:ext cx="7619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Save $1.00!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95327" y="6271532"/>
            <a:ext cx="152396" cy="12518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123921" y="6200775"/>
            <a:ext cx="173350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Shows savings to customer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91095" y="4067174"/>
            <a:ext cx="5333866" cy="257175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 Same Side Corner Rectangle 60"/>
          <p:cNvSpPr/>
          <p:nvPr/>
        </p:nvSpPr>
        <p:spPr>
          <a:xfrm rot="16200000">
            <a:off x="4971260" y="5287009"/>
            <a:ext cx="25717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419689" y="425767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495887" y="4389120"/>
            <a:ext cx="228594" cy="194309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914977" y="4267199"/>
            <a:ext cx="131441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Loyalty Points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14977" y="4533900"/>
            <a:ext cx="131441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Customer rewards</a:t>
            </a:r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6419689" y="4954360"/>
            <a:ext cx="152396" cy="13062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648283" y="4886325"/>
            <a:ext cx="189542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Points earned per dollar spent</a:t>
            </a:r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6419689" y="5299982"/>
            <a:ext cx="152396" cy="125185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6648283" y="5229225"/>
            <a:ext cx="13810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Redeem for discounts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19689" y="5572125"/>
            <a:ext cx="4914777" cy="647699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FAF5FF"/>
              </a:gs>
              <a:gs pos="100000">
                <a:srgbClr val="FDF2F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6533986" y="5731328"/>
            <a:ext cx="152396" cy="138792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762580" y="5705475"/>
            <a:ext cx="15334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Special Member Pricing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00679" y="5953124"/>
            <a:ext cx="441948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Exclusive discounts for loyalty members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791325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21936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Handling Returns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4.5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4800479" cy="5095874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44441"/>
            <a:ext cx="228594" cy="19716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38219" y="1209674"/>
            <a:ext cx="14191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Return Process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47825"/>
            <a:ext cx="4381390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0575" y="1743075"/>
            <a:ext cx="6667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1545" y="1743075"/>
            <a:ext cx="118107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Navigate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1545" y="1933574"/>
            <a:ext cx="118107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Sales → Sales History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327" y="2257425"/>
            <a:ext cx="4381390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0575" y="2352675"/>
            <a:ext cx="952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97316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0119" y="2352675"/>
            <a:ext cx="18573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Find Transaction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0119" y="2543175"/>
            <a:ext cx="18573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Search and click "Process Return"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327" y="2867025"/>
            <a:ext cx="4381390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0575" y="2962274"/>
            <a:ext cx="952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19" y="2962274"/>
            <a:ext cx="15620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Items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0119" y="3152775"/>
            <a:ext cx="15620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Choose items being returned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327" y="3476624"/>
            <a:ext cx="4381390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0575" y="3571875"/>
            <a:ext cx="1047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97316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9644" y="3571875"/>
            <a:ext cx="15334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Enter Reason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9644" y="3762374"/>
            <a:ext cx="153348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Choose from reason options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5327" y="4086225"/>
            <a:ext cx="4381390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0575" y="4181474"/>
            <a:ext cx="952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0119" y="4181474"/>
            <a:ext cx="16382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Refund Method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00119" y="4371975"/>
            <a:ext cx="16382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Cash, EcoCash, or store credit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5327" y="4695824"/>
            <a:ext cx="4381390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DCFCE7"/>
              </a:gs>
              <a:gs pos="100000">
                <a:srgbClr val="F0FDF4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90575" y="4859110"/>
            <a:ext cx="152396" cy="13062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219169" y="4791075"/>
            <a:ext cx="172398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Process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9169" y="4981574"/>
            <a:ext cx="172398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Inventory updates automatically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57708" y="1000125"/>
            <a:ext cx="5867253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810104" y="1252076"/>
            <a:ext cx="171445" cy="14379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057748" y="1209674"/>
            <a:ext cx="117154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Return Reasons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10104" y="1571625"/>
            <a:ext cx="2743131" cy="380999"/>
          </a:xfrm>
          <a:prstGeom prst="roundRect">
            <a:avLst>
              <a:gd name="adj" fmla="val 40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905352" y="1708785"/>
            <a:ext cx="133346" cy="10668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114897" y="1666874"/>
            <a:ext cx="46671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1F2937"/>
                </a:solidFill>
                <a:latin typeface="Inter"/>
                <a:rFonts ascii="Inter" hAnsi="Inter" eastAsia="Inter" cs="Inter"/>
              </a:rPr>
              <a:t>Spoiled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29434" y="1571625"/>
            <a:ext cx="2743131" cy="380999"/>
          </a:xfrm>
          <a:prstGeom prst="roundRect">
            <a:avLst>
              <a:gd name="adj" fmla="val 40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724681" y="1708785"/>
            <a:ext cx="133346" cy="10668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934226" y="1666874"/>
            <a:ext cx="6000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1F2937"/>
                </a:solidFill>
                <a:latin typeface="Inter"/>
                <a:rFonts ascii="Inter" hAnsi="Inter" eastAsia="Inter" cs="Inter"/>
              </a:rPr>
              <a:t>Damaged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810104" y="2028825"/>
            <a:ext cx="2743131" cy="380999"/>
          </a:xfrm>
          <a:prstGeom prst="roundRect">
            <a:avLst>
              <a:gd name="adj" fmla="val 40000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905352" y="2160651"/>
            <a:ext cx="133346" cy="11734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114897" y="2124075"/>
            <a:ext cx="72388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1F2937"/>
                </a:solidFill>
                <a:latin typeface="Inter"/>
                <a:rFonts ascii="Inter" hAnsi="Inter" eastAsia="Inter" cs="Inter"/>
              </a:rPr>
              <a:t>Wrong Item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29434" y="2028825"/>
            <a:ext cx="2743131" cy="38099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724681" y="2187320"/>
            <a:ext cx="133346" cy="6400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934226" y="2124075"/>
            <a:ext cx="92390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1F2937"/>
                </a:solidFill>
                <a:latin typeface="Inter"/>
                <a:rFonts ascii="Inter" hAnsi="Inter" eastAsia="Inter" cs="Inter"/>
              </a:rPr>
              <a:t>Changed Mind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57708" y="3629025"/>
            <a:ext cx="5867253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 Same Side Corner Rectangle 51"/>
          <p:cNvSpPr/>
          <p:nvPr/>
        </p:nvSpPr>
        <p:spPr>
          <a:xfrm rot="16200000">
            <a:off x="4485499" y="4801234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848203" y="3840111"/>
            <a:ext cx="171445" cy="149327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095847" y="3800475"/>
            <a:ext cx="120964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Important Notes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848203" y="4230460"/>
            <a:ext cx="152396" cy="130628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076798" y="4162424"/>
            <a:ext cx="200972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Inventory updates automatically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848203" y="4581524"/>
            <a:ext cx="152396" cy="1143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076798" y="4505325"/>
            <a:ext cx="244786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Perishable items marked for inspection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848203" y="4848225"/>
            <a:ext cx="5524361" cy="590549"/>
          </a:xfrm>
          <a:prstGeom prst="roundRect">
            <a:avLst>
              <a:gd name="adj" fmla="val 25806"/>
            </a:avLst>
          </a:prstGeom>
          <a:gradFill rotWithShape="1">
            <a:gsLst>
              <a:gs pos="0">
                <a:srgbClr val="FFFBEB"/>
              </a:gs>
              <a:gs pos="100000">
                <a:srgbClr val="FFF7ED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962500" y="5033282"/>
            <a:ext cx="152396" cy="125185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191095" y="4962525"/>
            <a:ext cx="20001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Perishable Returns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91095" y="5172075"/>
            <a:ext cx="20001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Fresh items flagged for quality check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96240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Quick Reference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20109" y="247649"/>
            <a:ext cx="904852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20109" y="247649"/>
            <a:ext cx="90485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5333866" cy="1685925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10189" y="1815146"/>
            <a:ext cx="16859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79431"/>
            <a:ext cx="190495" cy="16528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00119" y="1228725"/>
            <a:ext cx="139061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Daily Operations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47825"/>
            <a:ext cx="2400239" cy="885825"/>
          </a:xfrm>
          <a:prstGeom prst="roundRect">
            <a:avLst>
              <a:gd name="adj" fmla="val 17204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09624" y="1820811"/>
            <a:ext cx="171445" cy="14932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9624" y="2076449"/>
            <a:ext cx="21716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New Sale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624" y="2266950"/>
            <a:ext cx="21716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Sales → New Sale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9864" y="1647825"/>
            <a:ext cx="2400239" cy="885825"/>
          </a:xfrm>
          <a:prstGeom prst="roundRect">
            <a:avLst>
              <a:gd name="adj" fmla="val 17204"/>
            </a:avLst>
          </a:prstGeom>
          <a:gradFill rotWithShape="1">
            <a:gsLst>
              <a:gs pos="0">
                <a:srgbClr val="FFF7ED"/>
              </a:gs>
              <a:gs pos="100000">
                <a:srgbClr val="FFEDD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524161" y="1826341"/>
            <a:ext cx="171445" cy="13826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524161" y="2076449"/>
            <a:ext cx="21716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Sales History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4161" y="2266950"/>
            <a:ext cx="21716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Sales → History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33" y="2876549"/>
            <a:ext cx="5333866" cy="1638299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-86376" y="3629658"/>
            <a:ext cx="1638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95327" y="3126161"/>
            <a:ext cx="190495" cy="14847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00119" y="3067050"/>
            <a:ext cx="13239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Product Lookup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95327" y="3535135"/>
            <a:ext cx="152396" cy="1306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23921" y="3505199"/>
            <a:ext cx="17525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Scan: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Use barcode scanner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95327" y="3856264"/>
            <a:ext cx="152396" cy="9797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23921" y="3809999"/>
            <a:ext cx="17620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Search: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Type product name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95327" y="4152899"/>
            <a:ext cx="152396" cy="1143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23921" y="4114800"/>
            <a:ext cx="165730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Browse: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Category buttons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1095" y="1038224"/>
            <a:ext cx="5333866" cy="1409699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5552286" y="1677033"/>
            <a:ext cx="1409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19689" y="1292038"/>
            <a:ext cx="190495" cy="14007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724481" y="1228725"/>
            <a:ext cx="15144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Payment Methods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19689" y="1647825"/>
            <a:ext cx="923901" cy="609600"/>
          </a:xfrm>
          <a:prstGeom prst="roundRect">
            <a:avLst>
              <a:gd name="adj" fmla="val 25000"/>
            </a:avLst>
          </a:prstGeom>
          <a:solidFill>
            <a:srgbClr val="F0FDF4"/>
          </a:solidFill>
          <a:ln w="825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800679" y="1790700"/>
            <a:ext cx="152396" cy="1143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05412" y="2019299"/>
            <a:ext cx="75245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Cash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19789" y="1647825"/>
            <a:ext cx="923901" cy="60960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 w="825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800779" y="1774371"/>
            <a:ext cx="152396" cy="14695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505512" y="2019299"/>
            <a:ext cx="75245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EcoCash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19889" y="1647825"/>
            <a:ext cx="923901" cy="60960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 w="825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800879" y="1774371"/>
            <a:ext cx="152396" cy="14695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505612" y="2019299"/>
            <a:ext cx="75245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OneMoney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10464" y="1647825"/>
            <a:ext cx="923901" cy="609600"/>
          </a:xfrm>
          <a:prstGeom prst="roundRect">
            <a:avLst>
              <a:gd name="adj" fmla="val 25000"/>
            </a:avLst>
          </a:prstGeom>
          <a:solidFill>
            <a:srgbClr val="F0FDF4"/>
          </a:solidFill>
          <a:ln w="825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9800979" y="1790700"/>
            <a:ext cx="152396" cy="1143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496187" y="2019299"/>
            <a:ext cx="75245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ZimSwitch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410564" y="1647825"/>
            <a:ext cx="923901" cy="609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10801079" y="1778453"/>
            <a:ext cx="152396" cy="13879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496287" y="2019299"/>
            <a:ext cx="75245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Bank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91095" y="2600325"/>
            <a:ext cx="5333866" cy="2076449"/>
          </a:xfrm>
          <a:prstGeom prst="roundRect">
            <a:avLst>
              <a:gd name="adj" fmla="val 1100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 rot="16200000">
            <a:off x="5218911" y="3572509"/>
            <a:ext cx="20764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6419689" y="2835928"/>
            <a:ext cx="190495" cy="17649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724481" y="2790824"/>
            <a:ext cx="100962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Helpful Tips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6419689" y="3287485"/>
            <a:ext cx="152396" cy="11157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648283" y="3209925"/>
            <a:ext cx="25621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Use Quick Keys for frequently sold items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6419689" y="3620860"/>
            <a:ext cx="152396" cy="130628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648283" y="3552825"/>
            <a:ext cx="267645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Always identify customer for loyalty points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6419689" y="3963760"/>
            <a:ext cx="152396" cy="13062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648283" y="3895724"/>
            <a:ext cx="204782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Check for automatic bulk pricing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6419689" y="4306660"/>
            <a:ext cx="152396" cy="13062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648283" y="4238624"/>
            <a:ext cx="25431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Weight scale auto-connects for produce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