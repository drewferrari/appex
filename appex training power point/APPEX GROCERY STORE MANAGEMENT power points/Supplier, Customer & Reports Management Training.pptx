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F9731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6A3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247843" cy="419100"/>
          </a:xfrm>
          <a:prstGeom prst="roundRect">
            <a:avLst>
              <a:gd name="adj" fmla="val 454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247843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BUSINESS OPERATIONS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702516"/>
            <a:ext cx="171445" cy="138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Supplier, Customer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Reports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Business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876424"/>
            <a:ext cx="2800279" cy="3105149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7238147" y="3362958"/>
            <a:ext cx="3105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2181225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6003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765107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600325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3076574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POs &amp;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45757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633787"/>
            <a:ext cx="228594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457575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705224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Loyalty &amp; Wholesale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4162424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4321492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4162424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4410074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Business Intelligence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1912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Supplier Management - Accessing &amp; Adding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39119" y="247649"/>
            <a:ext cx="1285842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39119" y="247649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7.1 - 7.2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26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19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19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22764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"Suppliers"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514725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0FDF4"/>
              </a:gs>
              <a:gs pos="100000">
                <a:srgbClr val="FFF7ED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481664" y="46631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763911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3724274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Quick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" y="4086225"/>
            <a:ext cx="330509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detailed supplier notes to track reliability and quality for future reference.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9509" y="1038224"/>
            <a:ext cx="6905452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10004" y="1330138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76698" y="1266824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a New Supplier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10004" y="16859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24301" y="1842135"/>
            <a:ext cx="133346" cy="1066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95747" y="1819275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 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4621" y="16859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38919" y="1844802"/>
            <a:ext cx="133346" cy="10134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0364" y="1819275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Person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0004" y="22574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924301" y="2413635"/>
            <a:ext cx="133346" cy="106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5747" y="2390774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4621" y="22574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38919" y="2416302"/>
            <a:ext cx="133346" cy="1013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10364" y="2390774"/>
            <a:ext cx="7905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10004" y="28289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924301" y="2979800"/>
            <a:ext cx="133346" cy="1173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95747" y="2962274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Physical Address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4621" y="28289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38919" y="2987802"/>
            <a:ext cx="133346" cy="10134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410364" y="2962274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10004" y="34004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924301" y="3559302"/>
            <a:ext cx="133346" cy="10134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95747" y="3533774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Delivery Days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24621" y="3400425"/>
            <a:ext cx="3209844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A"/>
              </a:gs>
              <a:gs pos="100000">
                <a:srgbClr val="CCFBF1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38919" y="3551300"/>
            <a:ext cx="133346" cy="11734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410364" y="3533774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 Order Amount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10004" y="3971925"/>
            <a:ext cx="3209844" cy="542925"/>
          </a:xfrm>
          <a:prstGeom prst="roundRect">
            <a:avLst>
              <a:gd name="adj" fmla="val 2807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343491" y="4084700"/>
            <a:ext cx="133346" cy="1173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886202" y="4286250"/>
            <a:ext cx="30574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products they supply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4621" y="3971925"/>
            <a:ext cx="3209844" cy="542925"/>
          </a:xfrm>
          <a:prstGeom prst="roundRect">
            <a:avLst>
              <a:gd name="adj" fmla="val 2807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9667633" y="4092702"/>
            <a:ext cx="133346" cy="10134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200819" y="4286250"/>
            <a:ext cx="30574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reliability notes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79105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Supplier Performance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247649"/>
            <a:ext cx="100962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247649"/>
            <a:ext cx="10096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1481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275573" y="14293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874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1247775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On-Time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27" y="1571625"/>
            <a:ext cx="48957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Percentage of orders delivered by promised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2105024"/>
            <a:ext cx="531481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275573" y="24961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354211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2314575"/>
            <a:ext cx="10477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" y="2638425"/>
            <a:ext cx="48957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 quality score </a:t>
            </a:r>
            <a:r>
              <a:rPr sz="83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(1-5 scale)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0144" y="1038224"/>
            <a:ext cx="531481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818984" y="14293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1298472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86382" y="1247775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Price Competitiveness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8739" y="1571625"/>
            <a:ext cx="48957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Rating compared to market prices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2105024"/>
            <a:ext cx="531481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818984" y="2496184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38739" y="2359741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86382" y="2314575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Order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39" y="2638425"/>
            <a:ext cx="48957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Orders fulfilled completely without backorders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3171825"/>
            <a:ext cx="5314817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818984" y="3562985"/>
            <a:ext cx="914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38739" y="3418245"/>
            <a:ext cx="171445" cy="1548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86382" y="3381375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Lead Time Average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8739" y="3705224"/>
            <a:ext cx="48957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Average days from order to 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81000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Creating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38530"/>
            <a:ext cx="190495" cy="1708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Creation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09724"/>
            <a:ext cx="22097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00225"/>
            <a:ext cx="22097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Suppliers → Purchase Orders → New PO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6318" y="2066924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Supplier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257425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supplier 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5241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27" y="25241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18" y="2524125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Expected 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18" y="2714625"/>
            <a:ext cx="11715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delivery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689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679" y="1609724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Products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0679" y="1800225"/>
            <a:ext cx="1800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Search, enter quantity, enter cost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689" y="20669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689" y="20669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679" y="2066924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0679" y="2257425"/>
            <a:ext cx="12096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Check total, add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5241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689" y="25241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0679" y="2524125"/>
            <a:ext cx="2000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or Send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0679" y="2714625"/>
            <a:ext cx="2000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"Save as Draft" or "Send to Supplier"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481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Receiving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13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Pending Receipt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order to receive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"Receive Order"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received quantities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4914777" cy="390525"/>
          </a:xfrm>
          <a:prstGeom prst="roundRect">
            <a:avLst>
              <a:gd name="adj" fmla="val 3902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575" y="3000375"/>
            <a:ext cx="472428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Perishable items: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Enter expiry dates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3049143"/>
            <a:ext cx="133346" cy="11201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427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11906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Receipt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4481" y="1609724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receiving notes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689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4481" y="1952624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Complete Receipt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689" y="2409825"/>
            <a:ext cx="4914777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72085" y="2615380"/>
            <a:ext cx="171445" cy="1603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19729" y="260032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Updates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085" y="2905124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updates inventory automatically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2197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Customer Management - Access &amp;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8.1 - 8.2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26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19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19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23811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"Customers"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709198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314450"/>
            <a:ext cx="190495" cy="952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86382" y="1228725"/>
            <a:ext cx="19430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List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689" y="1647825"/>
            <a:ext cx="2400239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1824717"/>
            <a:ext cx="152396" cy="10341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33986" y="20288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4226" y="1647825"/>
            <a:ext cx="2400239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3" y="1817914"/>
            <a:ext cx="152396" cy="1170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48523" y="20288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523" y="221932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Name, phone, email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19689" y="2600325"/>
            <a:ext cx="2400239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33986" y="2785382"/>
            <a:ext cx="152396" cy="870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33986" y="29813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3986" y="3171825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Type &amp; loyalty tier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4226" y="2600325"/>
            <a:ext cx="2400239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FAF5FF"/>
              </a:gs>
              <a:gs pos="100000">
                <a:srgbClr val="F3E8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3" y="2770414"/>
            <a:ext cx="152396" cy="11702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48523" y="298132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3552825"/>
            <a:ext cx="4914777" cy="30480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5887" y="3629025"/>
            <a:ext cx="47623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4B5563"/>
                </a:solidFill>
                <a:latin typeface="Inter"/>
                <a:rFonts ascii="Inter" hAnsi="Inter" eastAsia="Inter" cs="Inter"/>
              </a:rPr>
              <a:t>Types: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Retail, Wholesale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4956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Adding a New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2272"/>
            <a:ext cx="171445" cy="1272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9524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Basic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28" y="1914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28" y="19145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295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22955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676524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676524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Physical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3057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28" y="30575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Date of Birth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1121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71905" y="1171575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4261" y="1533525"/>
            <a:ext cx="317174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38559" y="1696810"/>
            <a:ext cx="152396" cy="1306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638559" y="1933574"/>
            <a:ext cx="29431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Retail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4261" y="2314575"/>
            <a:ext cx="3171745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38559" y="2486025"/>
            <a:ext cx="152396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38559" y="2714625"/>
            <a:ext cx="29431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00819" y="1216741"/>
            <a:ext cx="171445" cy="13826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48463" y="1171575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Wholesale Info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00819" y="1533525"/>
            <a:ext cx="3171745" cy="1295399"/>
          </a:xfrm>
          <a:prstGeom prst="roundRect">
            <a:avLst>
              <a:gd name="adj" fmla="val 1176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5117" y="1647825"/>
            <a:ext cx="29431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For wholesale customers: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15117" y="1838324"/>
            <a:ext cx="2943151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5117" y="1838324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Name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15117" y="2143125"/>
            <a:ext cx="2943151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5117" y="2143125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Limit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15117" y="2447924"/>
            <a:ext cx="2943151" cy="266699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5117" y="2447924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100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Customer Profile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48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1190625"/>
            <a:ext cx="11524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Overview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Info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15" y="1609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0815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Purchases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1990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Avg Basket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0815" y="1990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15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Last Purchase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371725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27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0815" y="2371725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0815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Loyalty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931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67333" y="1190625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 History Tab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670304"/>
            <a:ext cx="133346" cy="6934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29234" y="1609724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transactions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1931669"/>
            <a:ext cx="133346" cy="800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29234" y="1876424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date range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19689" y="2190369"/>
            <a:ext cx="133346" cy="960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29234" y="2143125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individual receipts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19689" y="2446400"/>
            <a:ext cx="133346" cy="11734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29234" y="24098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Reorder common items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3149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Wholesale &amp; Loyalty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548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2971" y="1190625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Wholesale Account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Limit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15" y="1609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0815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1990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Available Credit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0815" y="1990724"/>
            <a:ext cx="2419289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15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Due Date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2451734"/>
            <a:ext cx="133346" cy="106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04872" y="2409825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Aging Report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2721102"/>
            <a:ext cx="133346" cy="10134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04872" y="2676524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 Payment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042698" y="2148522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81590" y="1201510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10184" y="1152524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Tab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590" y="1495424"/>
            <a:ext cx="2457388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1590" y="1495424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Earned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177" y="1495424"/>
            <a:ext cx="2457388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177" y="1495424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Redeemed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81590" y="1838324"/>
            <a:ext cx="2457388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1590" y="1838324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Available Rewards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15177" y="1838324"/>
            <a:ext cx="2457388" cy="266699"/>
          </a:xfrm>
          <a:prstGeom prst="roundRect">
            <a:avLst>
              <a:gd name="adj" fmla="val 2857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177" y="1838324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Tier Progress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3581400"/>
            <a:ext cx="533386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042698" y="4729797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81590" y="3790949"/>
            <a:ext cx="152396" cy="1143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10184" y="3733799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Notes Tab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81590" y="4118610"/>
            <a:ext cx="133346" cy="1066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53036" y="4095749"/>
            <a:ext cx="9524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private notes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81590" y="4366259"/>
            <a:ext cx="133346" cy="1066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53036" y="4343400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interaction history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81590" y="4609909"/>
            <a:ext cx="133346" cy="11468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53036" y="4591050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follow-up reminders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910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Loyalty Program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0889"/>
            <a:ext cx="171445" cy="1299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8000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Enrollment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1533525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1800225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"Enroll in Loyalty"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28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2066924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tier &amp; confirm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524261" y="12112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71905" y="1171575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4261" y="1533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4261" y="15335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per $ spent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4261" y="1895474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4261" y="1895474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value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4261" y="22574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4261" y="22574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Tier thresholds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4261" y="2619374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4261" y="2619374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Birthday bonus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4261" y="29813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4261" y="2981325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promotions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00819" y="1213976"/>
            <a:ext cx="171445" cy="1437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48463" y="1171575"/>
            <a:ext cx="8953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Redemption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0819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0819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513" y="1533525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customer at checkout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00819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0819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513" y="180022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"Apply Points"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00819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0819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7513" y="2066924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discount amount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00819" y="2333624"/>
            <a:ext cx="3171745" cy="34290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0819" y="2333624"/>
            <a:ext cx="317174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deducted automatically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77018" y="2446400"/>
            <a:ext cx="133346" cy="117348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256216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Sales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1331"/>
            <a:ext cx="190495" cy="1652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Sales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15" y="1609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0815" y="1609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Transaction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Average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90815" y="1990724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0815" y="1990724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payment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371725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27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hour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0815" y="2371725"/>
            <a:ext cx="2419289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0815" y="2371725"/>
            <a:ext cx="241928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department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Performance Reports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4914777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3986" y="172402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Department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3986" y="1952624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Sales by department, compare periods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2333624"/>
            <a:ext cx="4914777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3986" y="244792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3986" y="2676524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Top-selling, slow-moving, profit margins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DF4"/>
            </a:gs>
            <a:gs pos="50000">
              <a:srgbClr val="DCFCE7"/>
            </a:gs>
            <a:gs pos="100000">
              <a:srgbClr val="FEF3C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6A34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F9731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386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Inventory &amp; Financial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9.3 - 9.5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419289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699747" y="18053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575" y="16859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75" y="18383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Current, low, out of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0815" y="1609724"/>
            <a:ext cx="2419289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195235" y="1805304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6062" y="16859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6062" y="18383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value, by category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143125"/>
            <a:ext cx="2419289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EF2F2"/>
              </a:gs>
              <a:gs pos="100000">
                <a:srgbClr val="FEE2E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699747" y="23387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575" y="22193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575" y="23717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By date, days to expiry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90815" y="2143125"/>
            <a:ext cx="2419289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195235" y="2338705"/>
            <a:ext cx="4572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86062" y="2219324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6062" y="2371725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Fast/slow-moving items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238530"/>
            <a:ext cx="190495" cy="17088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86382" y="1190625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Financial Reports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9689" y="1609724"/>
            <a:ext cx="4914777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0FDF4"/>
              </a:gs>
              <a:gs pos="100000">
                <a:srgbClr val="F0FDF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3986" y="172402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Profit &amp; Loss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3986" y="1952624"/>
            <a:ext cx="23240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Revenue, COGS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6127" y="1952624"/>
            <a:ext cx="23240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Gross/Net profit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689" y="2333624"/>
            <a:ext cx="4914777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3986" y="2447924"/>
            <a:ext cx="46861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Cash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3986" y="2676524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Expected vs actual cash, variance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6A34A"/>
              </a:gs>
              <a:gs pos="50000">
                <a:srgbClr val="F97316"/>
              </a:gs>
              <a:gs pos="100000">
                <a:srgbClr val="16A34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