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26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Relationship Id="rId10" Type="http://schemas.openxmlformats.org/officeDocument/2006/relationships/image" Target="../media/image62.png"/><Relationship Id="rId11" Type="http://schemas.openxmlformats.org/officeDocument/2006/relationships/image" Target="../media/image63.png"/><Relationship Id="rId12" Type="http://schemas.openxmlformats.org/officeDocument/2006/relationships/image" Target="../media/image6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48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58028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F9731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52476" y="466724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16A34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1562100"/>
            <a:ext cx="2609784" cy="419100"/>
          </a:xfrm>
          <a:prstGeom prst="roundRect">
            <a:avLst>
              <a:gd name="adj" fmla="val 4545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33" y="1562100"/>
            <a:ext cx="2609784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CONFIGURATION &amp; SUPPORT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696986"/>
            <a:ext cx="171445" cy="1493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33" y="2286000"/>
            <a:ext cx="7676958" cy="1333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550"/>
              </a:lnSpc>
              <a:spcBef>
                <a:spcPts val="0"/>
              </a:spcBef>
              <a:spcAft>
                <a:spcPts val="1560"/>
              </a:spcAft>
            </a:pP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Settings, Configuration</a:t>
            </a:r>
            <a:r>
              <a:rPr sz="1104"/>
              <a:t>
</a:t>
            </a: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&amp; Troubleshooting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3848099"/>
            <a:ext cx="767695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Staff Training Guide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857625"/>
            <a:ext cx="57148" cy="304800"/>
          </a:xfrm>
          <a:prstGeom prst="roundRect">
            <a:avLst>
              <a:gd name="adj" fmla="val 133333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6733" y="4552949"/>
            <a:ext cx="914377" cy="57150"/>
          </a:xfrm>
          <a:prstGeom prst="roundRect">
            <a:avLst>
              <a:gd name="adj" fmla="val 133333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054917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9624" y="5029200"/>
            <a:ext cx="29145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Complete System Configuration Training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24681" y="1600200"/>
            <a:ext cx="2800279" cy="3657600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6961921" y="3362960"/>
            <a:ext cx="3657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7573" y="1904999"/>
            <a:ext cx="21525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560"/>
              </a:spcAft>
            </a:pPr>
            <a:r>
              <a:rPr sz="83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KEY TOPICS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7573" y="232410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62820" y="2483167"/>
            <a:ext cx="228594" cy="1771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39059" y="2324100"/>
            <a:ext cx="14572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System Settings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9059" y="2571750"/>
            <a:ext cx="14572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Business Configuration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7573" y="302895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162820" y="3205162"/>
            <a:ext cx="228594" cy="1428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639059" y="3028950"/>
            <a:ext cx="135251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User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9059" y="3276599"/>
            <a:ext cx="135251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Roles &amp; Permissions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67573" y="373379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62820" y="3871436"/>
            <a:ext cx="228594" cy="22002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39059" y="3733799"/>
            <a:ext cx="12096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Troubleshooting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39059" y="3981449"/>
            <a:ext cx="120964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Support &amp; Help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7573" y="443864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62820" y="4600575"/>
            <a:ext cx="228594" cy="1714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639059" y="4438649"/>
            <a:ext cx="12191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Quick Reference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059" y="4686300"/>
            <a:ext cx="121916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Key Terms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702927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Accessing Settings &amp; Business 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77198" y="247649"/>
            <a:ext cx="1447763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77198" y="247649"/>
            <a:ext cx="144776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10.1 - 10.2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3724181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505476" y="2210433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2287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62635"/>
            <a:ext cx="190495" cy="1512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2516" y="1314450"/>
            <a:ext cx="13525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 Settings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81927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327" y="181927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318" y="1819275"/>
            <a:ext cx="19906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956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profile icon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(top right)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27" y="220027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327" y="220027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6318" y="2200275"/>
            <a:ext cx="12572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</a:t>
            </a:r>
            <a:r>
              <a:rPr sz="956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"Settings"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33" y="3667124"/>
            <a:ext cx="3724181" cy="2428875"/>
          </a:xfrm>
          <a:prstGeom prst="roundRect">
            <a:avLst>
              <a:gd name="adj" fmla="val 9411"/>
            </a:avLst>
          </a:prstGeom>
          <a:gradFill rotWithShape="1">
            <a:gsLst>
              <a:gs pos="0">
                <a:srgbClr val="F0FDF4"/>
              </a:gs>
              <a:gs pos="100000">
                <a:srgbClr val="FFF7ED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-481664" y="4815521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3916311"/>
            <a:ext cx="171445" cy="14932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42971" y="3876674"/>
            <a:ext cx="7048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Quick Tip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27" y="4238624"/>
            <a:ext cx="3305092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Configure business settings before adding products and users for smooth system setup.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9509" y="1038224"/>
            <a:ext cx="6905452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810004" y="1324535"/>
            <a:ext cx="190495" cy="15127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076698" y="1266824"/>
            <a:ext cx="13525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Business Profile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10004" y="1685925"/>
            <a:ext cx="3209844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962400" y="1895474"/>
            <a:ext cx="152396" cy="1143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190995" y="1857375"/>
            <a:ext cx="12763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Edit Business Name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24621" y="1685925"/>
            <a:ext cx="3209844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FF7ED"/>
              </a:gs>
              <a:gs pos="100000">
                <a:srgbClr val="FFEDD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277018" y="1892753"/>
            <a:ext cx="152396" cy="11974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505612" y="1857375"/>
            <a:ext cx="12953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Update Contact Info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10004" y="2409825"/>
            <a:ext cx="3209844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EFF6FF"/>
              </a:gs>
              <a:gs pos="100000">
                <a:srgbClr val="DBEA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962400" y="2616653"/>
            <a:ext cx="152396" cy="11974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190995" y="2581275"/>
            <a:ext cx="8572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Change Logo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24621" y="2409825"/>
            <a:ext cx="3209844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AF5FF"/>
              </a:gs>
              <a:gs pos="100000">
                <a:srgbClr val="F3E8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277018" y="2611210"/>
            <a:ext cx="152396" cy="13062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505612" y="2581275"/>
            <a:ext cx="15049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Update Business Hours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10004" y="3133724"/>
            <a:ext cx="3209844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0FDFA"/>
              </a:gs>
              <a:gs pos="100000">
                <a:srgbClr val="CCFBF1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962400" y="3333749"/>
            <a:ext cx="152396" cy="13334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190995" y="3305174"/>
            <a:ext cx="13334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Set Holiday Closures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24621" y="3133724"/>
            <a:ext cx="3209844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FFBEB"/>
              </a:gs>
              <a:gs pos="100000">
                <a:srgbClr val="FEF3C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277018" y="3340553"/>
            <a:ext cx="152396" cy="11974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505612" y="3305174"/>
            <a:ext cx="14858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Configure Store Layout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40033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Department Setup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9614" y="247649"/>
            <a:ext cx="1095347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9614" y="247649"/>
            <a:ext cx="109534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10.3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0463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3921" y="1171575"/>
            <a:ext cx="10762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Setup Process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716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28" y="15716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020" y="1571625"/>
            <a:ext cx="23240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Settings → Departments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7228" y="18954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228" y="189547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2020" y="1895474"/>
            <a:ext cx="13715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Add/edit departments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28" y="22193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228" y="22193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020" y="2219324"/>
            <a:ext cx="101914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Assign products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7228" y="25431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228" y="25431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2020" y="2543175"/>
            <a:ext cx="13810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Set margins (optional)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33766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1851869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524261" y="1222272"/>
            <a:ext cx="171445" cy="12720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71905" y="1171575"/>
            <a:ext cx="97152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Departments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4261" y="1533525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600459" y="1654302"/>
            <a:ext cx="133346" cy="10134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790955" y="1628775"/>
            <a:ext cx="44766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Produce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24261" y="1933574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600459" y="2046351"/>
            <a:ext cx="133346" cy="1173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790955" y="2028825"/>
            <a:ext cx="2857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Dairy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4261" y="2333624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600459" y="2451734"/>
            <a:ext cx="133346" cy="1066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790955" y="2428875"/>
            <a:ext cx="27621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Meat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24261" y="2733674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600459" y="2871787"/>
            <a:ext cx="133346" cy="6667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790955" y="2828925"/>
            <a:ext cx="37146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Bakery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24261" y="3133724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600459" y="3249168"/>
            <a:ext cx="133346" cy="11201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790955" y="3228975"/>
            <a:ext cx="4381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Grocery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24261" y="3533774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600459" y="3646550"/>
            <a:ext cx="133346" cy="11734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790955" y="3629025"/>
            <a:ext cx="57148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Beverages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24261" y="3933824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600459" y="4053268"/>
            <a:ext cx="133346" cy="10401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790955" y="4029075"/>
            <a:ext cx="58101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Household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10324" y="1000125"/>
            <a:ext cx="3514637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 rot="16200000">
            <a:off x="6838115" y="2172334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200819" y="1211211"/>
            <a:ext cx="171445" cy="14932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448463" y="1171575"/>
            <a:ext cx="6191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Benefits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200819" y="1588770"/>
            <a:ext cx="133346" cy="8001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391315" y="1533525"/>
            <a:ext cx="126679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Organized reporting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200819" y="1836420"/>
            <a:ext cx="133346" cy="8001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8391315" y="1781174"/>
            <a:ext cx="13810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Easier POS navigation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200819" y="2084070"/>
            <a:ext cx="133346" cy="8001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391315" y="2028825"/>
            <a:ext cx="12858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Department margins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10324" y="3590924"/>
            <a:ext cx="3514637" cy="2428875"/>
          </a:xfrm>
          <a:prstGeom prst="roundRect">
            <a:avLst>
              <a:gd name="adj" fmla="val 9411"/>
            </a:avLst>
          </a:prstGeom>
          <a:gradFill rotWithShape="1">
            <a:gsLst>
              <a:gs pos="0">
                <a:srgbClr val="F0FDF4"/>
              </a:gs>
              <a:gs pos="100000">
                <a:srgbClr val="FFF7ED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 Same Side Corner Rectangle 59"/>
          <p:cNvSpPr/>
          <p:nvPr/>
        </p:nvSpPr>
        <p:spPr>
          <a:xfrm rot="16200000">
            <a:off x="6861927" y="4739321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200819" y="3792310"/>
            <a:ext cx="152396" cy="130628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429414" y="3762374"/>
            <a:ext cx="61910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Quick Tip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00819" y="4048124"/>
            <a:ext cx="3171745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Create departments before adding products for proper organization from the start.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07669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Perishable &amp; Scale Settings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9614" y="247649"/>
            <a:ext cx="1095347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9614" y="247649"/>
            <a:ext cx="109534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10.3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4273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16287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Perishable Settings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4914777" cy="419100"/>
          </a:xfrm>
          <a:prstGeom prst="roundRect">
            <a:avLst>
              <a:gd name="adj" fmla="val 3636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90575" y="1753960"/>
            <a:ext cx="152396" cy="1306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19169" y="1724024"/>
            <a:ext cx="198115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Default alert days before expiry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327" y="2105024"/>
            <a:ext cx="4914777" cy="419100"/>
          </a:xfrm>
          <a:prstGeom prst="roundRect">
            <a:avLst>
              <a:gd name="adj" fmla="val 3636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90575" y="2249260"/>
            <a:ext cx="152396" cy="1306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19169" y="2219324"/>
            <a:ext cx="10096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Markdown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327" y="2600325"/>
            <a:ext cx="4914777" cy="41910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90575" y="2750003"/>
            <a:ext cx="152396" cy="11974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19169" y="2714625"/>
            <a:ext cx="157158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Waste tracking required?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668" y="2733674"/>
            <a:ext cx="4571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Yes / No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5327" y="3095625"/>
            <a:ext cx="4914777" cy="41910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90575" y="3239860"/>
            <a:ext cx="152396" cy="13062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19169" y="3209925"/>
            <a:ext cx="15811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Temperature monitoring?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668" y="3228975"/>
            <a:ext cx="4571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Yes / No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19689" y="1242732"/>
            <a:ext cx="190495" cy="16248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686382" y="1190625"/>
            <a:ext cx="14191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Scale Integration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19689" y="16097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689" y="16097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4481" y="1609724"/>
            <a:ext cx="27431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Settings → Hardware → Scales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19689" y="19145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689" y="19145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4481" y="1914525"/>
            <a:ext cx="16001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scale brand/model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19689" y="22193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689" y="22193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4481" y="2219324"/>
            <a:ext cx="30002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Configure connection (USB/Bluetooth/Network)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19689" y="25241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689" y="25241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4481" y="2524125"/>
            <a:ext cx="10096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Test connection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19689" y="28289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9689" y="28289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4481" y="2828925"/>
            <a:ext cx="14763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Assign to POS terminal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05754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Tax &amp; Pricing Settings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29574" y="247649"/>
            <a:ext cx="1495387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29574" y="247649"/>
            <a:ext cx="149538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10.4 - 10.5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4273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10381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Tax Settings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4914777" cy="495299"/>
          </a:xfrm>
          <a:prstGeom prst="roundRect">
            <a:avLst>
              <a:gd name="adj" fmla="val 30769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9624" y="1762125"/>
            <a:ext cx="57148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VAT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1945" y="1724024"/>
            <a:ext cx="5238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14.5%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327" y="2181225"/>
            <a:ext cx="4914777" cy="457200"/>
          </a:xfrm>
          <a:prstGeom prst="roundRect">
            <a:avLst>
              <a:gd name="adj" fmla="val 3333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9624" y="2344510"/>
            <a:ext cx="152396" cy="1306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38219" y="2314575"/>
            <a:ext cx="17525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Configure tax-exempt items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327" y="2714625"/>
            <a:ext cx="4914777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09624" y="2877910"/>
            <a:ext cx="152396" cy="1306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38219" y="2847974"/>
            <a:ext cx="198115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Multiple tax rates (if applicable)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3248024"/>
            <a:ext cx="4914777" cy="457200"/>
          </a:xfrm>
          <a:prstGeom prst="roundRect">
            <a:avLst>
              <a:gd name="adj" fmla="val 33333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09624" y="3409950"/>
            <a:ext cx="152396" cy="13334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38219" y="3381375"/>
            <a:ext cx="12763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Tax reporting period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19689" y="1242732"/>
            <a:ext cx="190495" cy="16248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86382" y="1190625"/>
            <a:ext cx="10953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Pricing Rules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19689" y="1609724"/>
            <a:ext cx="2419289" cy="304800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689" y="1609724"/>
            <a:ext cx="24192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Rounding rules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15177" y="1609724"/>
            <a:ext cx="2419289" cy="304800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5177" y="1609724"/>
            <a:ext cx="24192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Price display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19689" y="1990724"/>
            <a:ext cx="2419289" cy="3048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689" y="1990724"/>
            <a:ext cx="24192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Bulk pricing tiers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15177" y="1990724"/>
            <a:ext cx="2419289" cy="3048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177" y="1990724"/>
            <a:ext cx="24192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Quantity discounts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19689" y="2371725"/>
            <a:ext cx="2419289" cy="304800"/>
          </a:xfrm>
          <a:prstGeom prst="roundRect">
            <a:avLst>
              <a:gd name="adj" fmla="val 250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689" y="2371725"/>
            <a:ext cx="24192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Member pricing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15177" y="2371725"/>
            <a:ext cx="2419289" cy="3048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15177" y="2371725"/>
            <a:ext cx="24192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Special pricing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10507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Promotion Setup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39139" y="247649"/>
            <a:ext cx="1085822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39139" y="247649"/>
            <a:ext cx="108582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10.5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53938"/>
            <a:ext cx="190495" cy="1400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12096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Setup Process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16097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19" y="1609724"/>
            <a:ext cx="221926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Settings → Promotions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327" y="19335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327" y="193357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19" y="1933574"/>
            <a:ext cx="141918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Create promotion type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327" y="22574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327" y="22574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119" y="2257425"/>
            <a:ext cx="126679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Set promotion dates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25812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327" y="25812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0119" y="2581275"/>
            <a:ext cx="188590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Apply to products/categories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19689" y="1242732"/>
            <a:ext cx="190495" cy="16248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86382" y="1190625"/>
            <a:ext cx="14191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Promotion Types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19689" y="1609724"/>
            <a:ext cx="2419289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33986" y="1775732"/>
            <a:ext cx="152396" cy="1251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533986" y="1990724"/>
            <a:ext cx="21906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Buy One Get One Free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177" y="1609724"/>
            <a:ext cx="2419289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FF7ED"/>
              </a:gs>
              <a:gs pos="100000">
                <a:srgbClr val="FFEDD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029474" y="1781174"/>
            <a:ext cx="152396" cy="1143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029474" y="1990724"/>
            <a:ext cx="21906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Percentage Discount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19689" y="2371725"/>
            <a:ext cx="2419289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EFF6FF"/>
              </a:gs>
              <a:gs pos="100000">
                <a:srgbClr val="DBEA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33986" y="2540453"/>
            <a:ext cx="152396" cy="11974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33986" y="2752725"/>
            <a:ext cx="21906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Fixed Amount Discount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15177" y="2371725"/>
            <a:ext cx="2419289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AF5FF"/>
              </a:gs>
              <a:gs pos="100000">
                <a:srgbClr val="F3E8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029474" y="2535010"/>
            <a:ext cx="152396" cy="1306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029474" y="2752725"/>
            <a:ext cx="21906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Multi-Buy Discount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629586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User Management - Adding Users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9614" y="247649"/>
            <a:ext cx="1095347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9614" y="247649"/>
            <a:ext cx="109534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10.6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53938"/>
            <a:ext cx="190495" cy="1400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11715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Adding a User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16097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19" y="1609724"/>
            <a:ext cx="186685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Settings → Users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327" y="19145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327" y="19145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19" y="1914525"/>
            <a:ext cx="10762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"Add User"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327" y="22193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327" y="22193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119" y="2219324"/>
            <a:ext cx="246691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details: Name, Email, Phone, Role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25241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327" y="25241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0119" y="2524125"/>
            <a:ext cx="10096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Set permissions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27" y="28289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5327" y="28289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0119" y="2828925"/>
            <a:ext cx="16858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Save - User receives email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19689" y="1242732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86382" y="1190625"/>
            <a:ext cx="100962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User Details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19689" y="1609724"/>
            <a:ext cx="2419289" cy="304800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689" y="1609724"/>
            <a:ext cx="24192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5177" y="1609724"/>
            <a:ext cx="2419289" cy="304800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177" y="1609724"/>
            <a:ext cx="24192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Email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19689" y="1990724"/>
            <a:ext cx="2419289" cy="3048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689" y="1990724"/>
            <a:ext cx="24192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Phone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15177" y="1990724"/>
            <a:ext cx="2419289" cy="3048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5177" y="1990724"/>
            <a:ext cx="24192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Role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19689" y="2409825"/>
            <a:ext cx="4914777" cy="952499"/>
          </a:xfrm>
          <a:prstGeom prst="roundRect">
            <a:avLst>
              <a:gd name="adj" fmla="val 160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3986" y="2524125"/>
            <a:ext cx="46861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Roles Available: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33986" y="2752725"/>
            <a:ext cx="2324041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3986" y="2752725"/>
            <a:ext cx="23240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Owner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96127" y="2752725"/>
            <a:ext cx="2324041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96127" y="2752725"/>
            <a:ext cx="23240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Manager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33986" y="3019424"/>
            <a:ext cx="2324041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3986" y="3019424"/>
            <a:ext cx="23240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Cashier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96127" y="3019424"/>
            <a:ext cx="2324041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96127" y="3019424"/>
            <a:ext cx="23240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Stock Clerk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71475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User Roles &amp; Permissions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9614" y="247649"/>
            <a:ext cx="1095347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9614" y="247649"/>
            <a:ext cx="109534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10.6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481664" y="21485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19129" y="1178641"/>
            <a:ext cx="171445" cy="1382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66773" y="1133475"/>
            <a:ext cx="49528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Owner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129" y="1457325"/>
            <a:ext cx="2524061" cy="266699"/>
          </a:xfrm>
          <a:prstGeom prst="roundRect">
            <a:avLst>
              <a:gd name="adj" fmla="val 28571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129" y="1457325"/>
            <a:ext cx="25240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Full system access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1290" y="1457325"/>
            <a:ext cx="2524061" cy="266699"/>
          </a:xfrm>
          <a:prstGeom prst="roundRect">
            <a:avLst>
              <a:gd name="adj" fmla="val 28571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1290" y="1457325"/>
            <a:ext cx="25240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Manage users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129" y="1762125"/>
            <a:ext cx="2524061" cy="266699"/>
          </a:xfrm>
          <a:prstGeom prst="roundRect">
            <a:avLst>
              <a:gd name="adj" fmla="val 28571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129" y="1762125"/>
            <a:ext cx="25240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All reports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1290" y="1762125"/>
            <a:ext cx="2524061" cy="266699"/>
          </a:xfrm>
          <a:prstGeom prst="roundRect">
            <a:avLst>
              <a:gd name="adj" fmla="val 28571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1290" y="1762125"/>
            <a:ext cx="25240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Change settings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33" y="3543300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-481664" y="4691697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3724582"/>
            <a:ext cx="171445" cy="13273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66773" y="3676649"/>
            <a:ext cx="6667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Manager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9129" y="4000500"/>
            <a:ext cx="2524061" cy="266699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129" y="4000500"/>
            <a:ext cx="25240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All operations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1290" y="4000500"/>
            <a:ext cx="2524061" cy="266699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1290" y="4000500"/>
            <a:ext cx="25240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reports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9129" y="4305300"/>
            <a:ext cx="2524061" cy="266699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129" y="4305300"/>
            <a:ext cx="25240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Approve discounts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1290" y="4305300"/>
            <a:ext cx="2524061" cy="266699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1290" y="4305300"/>
            <a:ext cx="25240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Approve adjustments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9129" y="4610099"/>
            <a:ext cx="5086222" cy="266699"/>
          </a:xfrm>
          <a:prstGeom prst="roundRect">
            <a:avLst>
              <a:gd name="adj" fmla="val 2857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9129" y="4610099"/>
            <a:ext cx="50862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Cannot manage users or change settings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045" y="1000125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5023648" y="21485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324441" y="1173111"/>
            <a:ext cx="171445" cy="14932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572085" y="1133475"/>
            <a:ext cx="57148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Cashier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24441" y="1457325"/>
            <a:ext cx="2524061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24441" y="1457325"/>
            <a:ext cx="25240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POS only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86602" y="1457325"/>
            <a:ext cx="2524061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86602" y="1457325"/>
            <a:ext cx="25240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Process sales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24441" y="1762125"/>
            <a:ext cx="2524061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4441" y="1762125"/>
            <a:ext cx="25240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Basic reports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86602" y="1762125"/>
            <a:ext cx="2524061" cy="266699"/>
          </a:xfrm>
          <a:prstGeom prst="roundRect">
            <a:avLst>
              <a:gd name="adj" fmla="val 2857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86602" y="1762125"/>
            <a:ext cx="25240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No inventory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24441" y="2066924"/>
            <a:ext cx="5086222" cy="266699"/>
          </a:xfrm>
          <a:prstGeom prst="roundRect">
            <a:avLst>
              <a:gd name="adj" fmla="val 2857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24441" y="2066924"/>
            <a:ext cx="50862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No returns without approval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045" y="3543300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5023648" y="4691697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24441" y="3716286"/>
            <a:ext cx="171445" cy="14932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572085" y="3676649"/>
            <a:ext cx="8572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Stock Clerk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24441" y="4000500"/>
            <a:ext cx="2524061" cy="266699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24441" y="4000500"/>
            <a:ext cx="25240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Inventory module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886602" y="4000500"/>
            <a:ext cx="2524061" cy="266699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86602" y="4000500"/>
            <a:ext cx="25240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Receive stock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24441" y="4305300"/>
            <a:ext cx="2524061" cy="266699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24441" y="4305300"/>
            <a:ext cx="25240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Stock counts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24441" y="4610099"/>
            <a:ext cx="5086222" cy="266699"/>
          </a:xfrm>
          <a:prstGeom prst="roundRect">
            <a:avLst>
              <a:gd name="adj" fmla="val 2857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24441" y="4610099"/>
            <a:ext cx="50862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No sales or financial reports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17194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Common Issues &amp; Solutions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11.1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481664" y="21485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19129" y="1170345"/>
            <a:ext cx="171445" cy="15485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66773" y="1133475"/>
            <a:ext cx="102867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Cannot Log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29" y="1457325"/>
            <a:ext cx="50862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Check internet connection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1512570"/>
            <a:ext cx="133346" cy="8001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9129" y="1685925"/>
            <a:ext cx="50862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Verify username/password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1741170"/>
            <a:ext cx="133346" cy="8001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9129" y="1914525"/>
            <a:ext cx="50862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"Forgot Password"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1969770"/>
            <a:ext cx="133346" cy="800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9129" y="2143125"/>
            <a:ext cx="50862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Contact support if persists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198370"/>
            <a:ext cx="133346" cy="8001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66733" y="3543300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-481664" y="4691697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716286"/>
            <a:ext cx="171445" cy="14932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66773" y="3676649"/>
            <a:ext cx="165730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Barcode Not Scanning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29" y="4000500"/>
            <a:ext cx="50862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Clean scanner lens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4055745"/>
            <a:ext cx="133346" cy="8001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19129" y="4229100"/>
            <a:ext cx="50862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Check barcode readability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4284345"/>
            <a:ext cx="133346" cy="8001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19129" y="4457700"/>
            <a:ext cx="50862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Verify product in system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4512945"/>
            <a:ext cx="133346" cy="8001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19129" y="4686300"/>
            <a:ext cx="50862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Try manual entry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4741545"/>
            <a:ext cx="133346" cy="8001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6172045" y="1000125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5023648" y="21485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24441" y="1173111"/>
            <a:ext cx="171445" cy="14932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572085" y="1133475"/>
            <a:ext cx="160968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Scale Not Connecting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4441" y="1457325"/>
            <a:ext cx="50862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Check physical connection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24441" y="1512570"/>
            <a:ext cx="133346" cy="8001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324441" y="1685925"/>
            <a:ext cx="50862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Verify scale is powered on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24441" y="1741170"/>
            <a:ext cx="133346" cy="8001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324441" y="1914525"/>
            <a:ext cx="50862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Check Bluetooth pairing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24441" y="1969770"/>
            <a:ext cx="133346" cy="8001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324441" y="2143125"/>
            <a:ext cx="50862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Restart scale and computer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24441" y="2198370"/>
            <a:ext cx="133346" cy="8001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6172045" y="3543300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5023648" y="4691697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324441" y="3717668"/>
            <a:ext cx="171445" cy="14656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572085" y="3676649"/>
            <a:ext cx="194305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Expiry Alerts Not Showing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4441" y="4000500"/>
            <a:ext cx="50862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Check expiry dates entered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24441" y="4055745"/>
            <a:ext cx="133346" cy="8001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324441" y="4229100"/>
            <a:ext cx="50862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Verify alert settings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24441" y="4284345"/>
            <a:ext cx="133346" cy="8001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324441" y="4457700"/>
            <a:ext cx="50862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Check notification preferences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24441" y="4512945"/>
            <a:ext cx="133346" cy="80010"/>
          </a:xfrm>
          <a:prstGeom prst="rect">
            <a:avLst/>
          </a:prstGeom>
        </p:spPr>
      </p:pic>
      <p:sp>
        <p:nvSpPr>
          <p:cNvPr id="54" name="Rectangle 5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25756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Getting Help &amp;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96247" y="247649"/>
            <a:ext cx="1428714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96247" y="247649"/>
            <a:ext cx="142871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11.2 - 11.3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5291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11211"/>
            <a:ext cx="171445" cy="1493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13334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Contact Channels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2466913" cy="695325"/>
          </a:xfrm>
          <a:prstGeom prst="roundRect">
            <a:avLst>
              <a:gd name="adj" fmla="val 21917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1646301"/>
            <a:ext cx="133346" cy="1173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3426" y="1847849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Help Center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26" y="2000250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help.appex.co.zw/grocery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0339" y="1533525"/>
            <a:ext cx="2466913" cy="695325"/>
          </a:xfrm>
          <a:prstGeom prst="roundRect">
            <a:avLst>
              <a:gd name="adj" fmla="val 21917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476538" y="1654302"/>
            <a:ext cx="133346" cy="10134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76538" y="1847849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Email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6538" y="2000250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grocery-support@appex.co.zw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228" y="2305049"/>
            <a:ext cx="2466913" cy="695325"/>
          </a:xfrm>
          <a:prstGeom prst="roundRect">
            <a:avLst>
              <a:gd name="adj" fmla="val 21917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33426" y="2423160"/>
            <a:ext cx="133346" cy="1066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33426" y="2619374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Phone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426" y="2771775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+263 242 123456 (opt 3)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00339" y="2305049"/>
            <a:ext cx="2466913" cy="695325"/>
          </a:xfrm>
          <a:prstGeom prst="roundRect">
            <a:avLst>
              <a:gd name="adj" fmla="val 21917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476538" y="2417826"/>
            <a:ext cx="133346" cy="1173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476538" y="2619374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WhatsApp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6538" y="2771775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+263 77 123 4567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7228" y="3076574"/>
            <a:ext cx="5010024" cy="352424"/>
          </a:xfrm>
          <a:prstGeom prst="roundRect">
            <a:avLst>
              <a:gd name="adj" fmla="val 4324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7228" y="3076574"/>
            <a:ext cx="5010024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Live Chat: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Available 8am-5pm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33426" y="3189350"/>
            <a:ext cx="133346" cy="117348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172045" y="1000125"/>
            <a:ext cx="535291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369014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362540" y="1216741"/>
            <a:ext cx="171445" cy="13826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610184" y="1171575"/>
            <a:ext cx="14287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Training Resources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62540" y="1533525"/>
            <a:ext cx="2466913" cy="742950"/>
          </a:xfrm>
          <a:prstGeom prst="roundRect">
            <a:avLst>
              <a:gd name="adj" fmla="val 2051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486462" y="1703070"/>
            <a:ext cx="228594" cy="19430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476838" y="2009774"/>
            <a:ext cx="223831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Video Tutorials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05652" y="1533525"/>
            <a:ext cx="2466913" cy="742950"/>
          </a:xfrm>
          <a:prstGeom prst="roundRect">
            <a:avLst>
              <a:gd name="adj" fmla="val 2051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0020049" y="1714500"/>
            <a:ext cx="228594" cy="1714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019949" y="2009774"/>
            <a:ext cx="223831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User Guides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62540" y="2352675"/>
            <a:ext cx="2466913" cy="742950"/>
          </a:xfrm>
          <a:prstGeom prst="roundRect">
            <a:avLst>
              <a:gd name="adj" fmla="val 2051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486462" y="2520791"/>
            <a:ext cx="228594" cy="19716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476838" y="2828925"/>
            <a:ext cx="223831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Webinar Schedule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05652" y="2352675"/>
            <a:ext cx="2466913" cy="742950"/>
          </a:xfrm>
          <a:prstGeom prst="roundRect">
            <a:avLst>
              <a:gd name="adj" fmla="val 20512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10020049" y="2522220"/>
            <a:ext cx="228594" cy="19430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019949" y="2828925"/>
            <a:ext cx="223831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FAQ Database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680067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Quick Reference - Key Terms (Part 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2960" y="247649"/>
            <a:ext cx="962000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2960" y="247649"/>
            <a:ext cx="96200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3514637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505476" y="2210433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54841"/>
            <a:ext cx="171445" cy="1382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90625"/>
            <a:ext cx="4000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SKU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28" y="1533525"/>
            <a:ext cx="31717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Stock Keeping Unit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28" y="1762125"/>
            <a:ext cx="31717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Unique product identifier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3766" y="1038224"/>
            <a:ext cx="3514637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3161557" y="2210433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524261" y="1249311"/>
            <a:ext cx="171445" cy="14932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71905" y="1190625"/>
            <a:ext cx="39051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4261" y="1533525"/>
            <a:ext cx="31717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Point of Sale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4261" y="1762125"/>
            <a:ext cx="31717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Sales checkout system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324" y="1038224"/>
            <a:ext cx="3514637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6838115" y="2210433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200819" y="1254841"/>
            <a:ext cx="171445" cy="13826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48463" y="1190625"/>
            <a:ext cx="4857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FEFO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0819" y="1533525"/>
            <a:ext cx="31717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First Expiry, First 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0819" y="1762125"/>
            <a:ext cx="31717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Oldest stock sells first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3657600"/>
            <a:ext cx="3514637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-505476" y="4829809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57228" y="3888043"/>
            <a:ext cx="171445" cy="1106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04872" y="3809999"/>
            <a:ext cx="4286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FIFO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228" y="4152899"/>
            <a:ext cx="31717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First In, First 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228" y="4381499"/>
            <a:ext cx="31717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Oldest inventory first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33766" y="3657600"/>
            <a:ext cx="3514637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3161557" y="4829809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524261" y="3874216"/>
            <a:ext cx="171445" cy="13826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771905" y="3809999"/>
            <a:ext cx="5524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4261" y="4152899"/>
            <a:ext cx="31717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Cost of Goods Sold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4261" y="4381499"/>
            <a:ext cx="31717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Direct production cost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10324" y="3657600"/>
            <a:ext cx="3514637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6838115" y="4829809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200819" y="3893574"/>
            <a:ext cx="171445" cy="9955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448463" y="3809999"/>
            <a:ext cx="94295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Shrinkage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00819" y="4152899"/>
            <a:ext cx="31717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Inventory loss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00819" y="4381499"/>
            <a:ext cx="31717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Theft, damage, error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687687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Quick Reference - Key Terms (Part 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2960" y="247649"/>
            <a:ext cx="962000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2960" y="247649"/>
            <a:ext cx="96200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3514637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505476" y="2210433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54841"/>
            <a:ext cx="171445" cy="1382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90625"/>
            <a:ext cx="5810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Waste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28" y="1533525"/>
            <a:ext cx="31717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Spoiled or expired 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28" y="1762125"/>
            <a:ext cx="31717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Unsellable inventory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3766" y="1038224"/>
            <a:ext cx="3514637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3161557" y="2210433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524261" y="1249311"/>
            <a:ext cx="171445" cy="14932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71905" y="1190625"/>
            <a:ext cx="99057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Markdown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4261" y="1533525"/>
            <a:ext cx="31717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Price reduction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4261" y="1762125"/>
            <a:ext cx="31717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Usually for expiring items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324" y="1038224"/>
            <a:ext cx="3514637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6838115" y="2210433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200819" y="1249311"/>
            <a:ext cx="171445" cy="14932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48463" y="1190625"/>
            <a:ext cx="12572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Reorder 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0819" y="1533525"/>
            <a:ext cx="31717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Stock trigger level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0819" y="1762125"/>
            <a:ext cx="31717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When to reorder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3657600"/>
            <a:ext cx="3514637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-505476" y="4829809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57228" y="3868686"/>
            <a:ext cx="171445" cy="14932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04872" y="3809999"/>
            <a:ext cx="9620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Lead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228" y="4152899"/>
            <a:ext cx="31717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Order to delivery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228" y="4381499"/>
            <a:ext cx="31717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Days between ordering &amp; receiving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33766" y="3657600"/>
            <a:ext cx="3514637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3161557" y="4829809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524261" y="3863155"/>
            <a:ext cx="171445" cy="1603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771905" y="3809999"/>
            <a:ext cx="5810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MCAZ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4261" y="4152899"/>
            <a:ext cx="31717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Medicines Control Authority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4261" y="4381499"/>
            <a:ext cx="31717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Zimbabwe regulatory body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10324" y="3657600"/>
            <a:ext cx="3514637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6838115" y="4829809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200819" y="3879747"/>
            <a:ext cx="171445" cy="12720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448463" y="3809999"/>
            <a:ext cx="3809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VAT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00819" y="4152899"/>
            <a:ext cx="31717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Value Added Tax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00819" y="4381499"/>
            <a:ext cx="31717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Default rate: 14.5%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