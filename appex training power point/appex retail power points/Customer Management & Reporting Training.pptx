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19.png"/><Relationship Id="rId5" Type="http://schemas.openxmlformats.org/officeDocument/2006/relationships/image" Target="../media/image50.png"/><Relationship Id="rId6" Type="http://schemas.openxmlformats.org/officeDocument/2006/relationships/image" Target="../media/image4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28.png"/><Relationship Id="rId10" Type="http://schemas.openxmlformats.org/officeDocument/2006/relationships/image" Target="../media/image25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67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79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1E40A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495424"/>
            <a:ext cx="1619209" cy="419100"/>
          </a:xfrm>
          <a:prstGeom prst="roundRect">
            <a:avLst>
              <a:gd name="adj" fmla="val 454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495424"/>
            <a:ext cx="1619209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SECTIONS 4-5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55199"/>
            <a:ext cx="171445" cy="99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19324"/>
            <a:ext cx="7676958" cy="1476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005"/>
              </a:lnSpc>
              <a:spcBef>
                <a:spcPts val="0"/>
              </a:spcBef>
              <a:spcAft>
                <a:spcPts val="1560"/>
              </a:spcAft>
            </a:pPr>
            <a:r>
              <a:rPr sz="370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Customer Management</a:t>
            </a:r>
            <a:r>
              <a:rPr sz="1104"/>
              <a:t>
</a:t>
            </a:r>
            <a:r>
              <a:rPr sz="370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Reporting Training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9242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Staff Onboarding Guide - Sections 4-5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924299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619625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124449"/>
            <a:ext cx="228594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95874"/>
            <a:ext cx="36289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Guide to Customer Relations &amp;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88882"/>
            <a:ext cx="228594" cy="1657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324100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71750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Add &amp; Manage Profiles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83731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3028950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76599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Points &amp; Rewards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92867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33799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81449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Analytics &amp;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89145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38649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86300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Stock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3390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Accessing Customer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251273"/>
            <a:ext cx="285742" cy="221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773" y="1209674"/>
            <a:ext cx="184780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Access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762125"/>
            <a:ext cx="4714757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18423" y="22104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3426" y="1990724"/>
            <a:ext cx="352416" cy="571500"/>
          </a:xfrm>
          <a:prstGeom prst="roundRect">
            <a:avLst>
              <a:gd name="adj" fmla="val 4324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723" y="2105024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8239" y="1990724"/>
            <a:ext cx="26574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Sidebar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8239" y="2333624"/>
            <a:ext cx="26574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"Customers"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in the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981325"/>
            <a:ext cx="4714757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18423" y="34296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426" y="3209925"/>
            <a:ext cx="409564" cy="571500"/>
          </a:xfrm>
          <a:prstGeom prst="roundRect">
            <a:avLst>
              <a:gd name="adj" fmla="val 3720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23" y="3324225"/>
            <a:ext cx="1809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5387" y="3209925"/>
            <a:ext cx="34765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Quick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387" y="3552825"/>
            <a:ext cx="34765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"Customer Management"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from dashboard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62480" y="1251273"/>
            <a:ext cx="285742" cy="2216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62520" y="1209674"/>
            <a:ext cx="30288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Screen Overview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2480" y="1762125"/>
            <a:ext cx="2809804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52976" y="19526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29174" y="21183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48263" y="2057400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2976" y="2543175"/>
            <a:ext cx="242881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database of all registered 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24681" y="1762125"/>
            <a:ext cx="2809804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15177" y="19526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91375" y="2094071"/>
            <a:ext cx="228594" cy="1743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10464" y="2057400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Bar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177" y="2543175"/>
            <a:ext cx="242881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customers quickly by name, phone, or email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2480" y="3343275"/>
            <a:ext cx="2809804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52976" y="353377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29174" y="3699509"/>
            <a:ext cx="228594" cy="125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48263" y="3638550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Filter Options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2976" y="4124324"/>
            <a:ext cx="242881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Advanced filters by type, location, date, and more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24681" y="3343275"/>
            <a:ext cx="2809804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15177" y="353377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91375" y="3679507"/>
            <a:ext cx="228594" cy="1657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410464" y="3638550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177" y="4124324"/>
            <a:ext cx="242881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Create new customer profiles instantly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49568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Adding a New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5314817" cy="5010149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3811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545907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8714" y="1400175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From Customer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14" y="1685925"/>
            <a:ext cx="21335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registration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047874"/>
            <a:ext cx="4857628" cy="495299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9624" y="2162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9624" y="2162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15" y="2181225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"Add Customer"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657475"/>
            <a:ext cx="4857628" cy="495299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9624" y="27717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9624" y="27717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0615" y="2790824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customer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267075"/>
            <a:ext cx="4857628" cy="723900"/>
          </a:xfrm>
          <a:prstGeom prst="roundRect">
            <a:avLst>
              <a:gd name="adj" fmla="val 2105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82907" y="3579495"/>
            <a:ext cx="7239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38199" y="343036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6793" y="3400425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99" y="3686175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First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0259" y="3686175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Last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2796" y="3686175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Phone Number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4105274"/>
            <a:ext cx="4857628" cy="1219200"/>
          </a:xfrm>
          <a:prstGeom prst="roundRect">
            <a:avLst>
              <a:gd name="adj" fmla="val 125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35257" y="4665344"/>
            <a:ext cx="1219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38199" y="4268560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66793" y="4238624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199" y="4524374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Email (recommended)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815" y="4524374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Business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199" y="4772025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Address / 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0815" y="4772025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Customer 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199" y="5019675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Birthday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90815" y="5019675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Notes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27" y="5438774"/>
            <a:ext cx="2390715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533486" y="5534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3486" y="55340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38279" y="5553074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"Save"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2240" y="5438774"/>
            <a:ext cx="2390715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67053" y="5534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67053" y="55340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1845" y="5553074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added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4" y="1114425"/>
            <a:ext cx="5314817" cy="5010149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38739" y="13811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33986" y="1531620"/>
            <a:ext cx="228594" cy="19430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72125" y="1400175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During POS Transaction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72125" y="1685925"/>
            <a:ext cx="22192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Quick on-the-fly creation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38739" y="2047874"/>
            <a:ext cx="4857628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6085679" y="240093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29234" y="2200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234" y="2200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0224" y="2219324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Customer in Right Panel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10224" y="2543175"/>
            <a:ext cx="41337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"Add Customer" button during sale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38739" y="3000375"/>
            <a:ext cx="4857628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5961854" y="3477260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29234" y="31527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9234" y="31527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10224" y="3171825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Fill Minimal Details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10224" y="3532250"/>
            <a:ext cx="133346" cy="11734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219769" y="3495675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name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10224" y="3779900"/>
            <a:ext cx="133346" cy="11734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19769" y="3743325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number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38739" y="4200525"/>
            <a:ext cx="4857628" cy="83820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6085679" y="45535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29234" y="43529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9234" y="43529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10224" y="4371975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Save and Continue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10224" y="4695824"/>
            <a:ext cx="41337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sale with new customer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38739" y="5153024"/>
            <a:ext cx="4857628" cy="495299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62560" y="5344885"/>
            <a:ext cx="152396" cy="13062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791155" y="5276850"/>
            <a:ext cx="32669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Tip: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Complete profile later from Customer Database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64808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Searching for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90625"/>
            <a:ext cx="5276718" cy="4867274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4573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635189"/>
            <a:ext cx="285742" cy="2157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62060" y="1485900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060" y="1828800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Fast customer lookup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247899"/>
            <a:ext cx="4819529" cy="9144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04167" y="26390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5822" y="24003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5822" y="240030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12" y="2419349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Type in Search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12" y="2781300"/>
            <a:ext cx="40575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search terms in the search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3314700"/>
            <a:ext cx="4819529" cy="9144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504167" y="37058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85822" y="34671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5822" y="346710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4912" y="3486150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By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504912" y="3930777"/>
            <a:ext cx="133346" cy="10134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95407" y="3886200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86002" y="3928109"/>
            <a:ext cx="133346" cy="106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76498" y="3886200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257568" y="3930777"/>
            <a:ext cx="133346" cy="10134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48063" y="3886200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4381499"/>
            <a:ext cx="4819529" cy="9144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04167" y="47726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85822" y="45339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5822" y="453390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4912" y="4552949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Real-Time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4912" y="4914900"/>
            <a:ext cx="40575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Results appear instantly as you type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243" y="1190625"/>
            <a:ext cx="5276718" cy="4867274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76838" y="145732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1664347"/>
            <a:ext cx="285742" cy="15745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143571" y="1485900"/>
            <a:ext cx="19716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Advanced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3571" y="1828800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Detailed customer filtering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76838" y="2247899"/>
            <a:ext cx="4819529" cy="9144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6085678" y="26390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67333" y="240030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7333" y="240030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422" y="2419349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"Advanced Filters"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422" y="2781300"/>
            <a:ext cx="40575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Open advanced filter options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76838" y="3314700"/>
            <a:ext cx="4819529" cy="1885950"/>
          </a:xfrm>
          <a:prstGeom prst="roundRect">
            <a:avLst>
              <a:gd name="adj" fmla="val 8080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38759" y="3534335"/>
            <a:ext cx="190495" cy="15127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05452" y="3495675"/>
            <a:ext cx="6572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38759" y="3857625"/>
            <a:ext cx="2209744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753056" y="3975735"/>
            <a:ext cx="133346" cy="1066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62600" y="3933824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Type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24701" y="3857625"/>
            <a:ext cx="2209744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038999" y="3970400"/>
            <a:ext cx="133346" cy="1173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248543" y="3933824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City/Location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38759" y="4276725"/>
            <a:ext cx="2209744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53056" y="4389500"/>
            <a:ext cx="133346" cy="1173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962600" y="4352924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 Joined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24701" y="4276725"/>
            <a:ext cx="2209744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38999" y="4397501"/>
            <a:ext cx="133346" cy="10134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248543" y="4352924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Spent Range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38759" y="4695824"/>
            <a:ext cx="4495687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753056" y="4808600"/>
            <a:ext cx="133346" cy="11734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962600" y="4772025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Tier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76838" y="5353049"/>
            <a:ext cx="4819529" cy="476249"/>
          </a:xfrm>
          <a:prstGeom prst="roundRect">
            <a:avLst>
              <a:gd name="adj" fmla="val 32000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600659" y="5525860"/>
            <a:ext cx="152396" cy="1306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29254" y="5495924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Combine multiple filters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precise results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75152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81000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Viewing Customer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10858228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27973" y="13531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80636"/>
            <a:ext cx="228594" cy="2771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285875"/>
            <a:ext cx="36956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customer name in list to view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1952624"/>
            <a:ext cx="5333866" cy="34861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228" y="21812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346007"/>
            <a:ext cx="228594" cy="1657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90615" y="2305049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Overview Tab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84797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2978603"/>
            <a:ext cx="152396" cy="11974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0119" y="294322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Information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0815" y="284797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505112" y="2971800"/>
            <a:ext cx="152396" cy="1333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33706" y="294322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Since 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341947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71525" y="3552825"/>
            <a:ext cx="152396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0119" y="3514725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Spent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0815" y="341947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505112" y="3544660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733706" y="3514725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Points Balance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3990974"/>
            <a:ext cx="4952876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71525" y="4116160"/>
            <a:ext cx="152396" cy="1306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00119" y="4086225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Last Purchase 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1095" y="1952624"/>
            <a:ext cx="5333866" cy="34861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1590" y="21812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76838" y="2331720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14977" y="230504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Purchase History Tab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1590" y="2847974"/>
            <a:ext cx="4952876" cy="723900"/>
          </a:xfrm>
          <a:prstGeom prst="roundRect">
            <a:avLst>
              <a:gd name="adj" fmla="val 2105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95887" y="3016703"/>
            <a:ext cx="152396" cy="11974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24481" y="2962274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Transactions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2580" y="326707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list of customer purchases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1590" y="3686175"/>
            <a:ext cx="4952876" cy="723900"/>
          </a:xfrm>
          <a:prstGeom prst="roundRect">
            <a:avLst>
              <a:gd name="adj" fmla="val 2105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95887" y="3841296"/>
            <a:ext cx="152396" cy="14695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24481" y="3800475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Transaction Details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2580" y="41052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Date, amount, items purchased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1590" y="4524374"/>
            <a:ext cx="4952876" cy="723900"/>
          </a:xfrm>
          <a:prstGeom prst="roundRect">
            <a:avLst>
              <a:gd name="adj" fmla="val 2105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95887" y="4701267"/>
            <a:ext cx="152396" cy="10341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4481" y="4638674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Details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2580" y="494347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any sale for full details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733" y="5629275"/>
            <a:ext cx="5333866" cy="34861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7228" y="585787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52476" y="6012656"/>
            <a:ext cx="228594" cy="18573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90615" y="5981699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Tab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7228" y="652462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71525" y="6655253"/>
            <a:ext cx="152396" cy="11974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00119" y="6619875"/>
            <a:ext cx="9048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Points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90815" y="652462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505112" y="6655253"/>
            <a:ext cx="152396" cy="11974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733706" y="6619875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History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7228" y="709612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971525" y="7224032"/>
            <a:ext cx="152396" cy="12518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00119" y="7191375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Available Rewards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90815" y="7096124"/>
            <a:ext cx="2419289" cy="380999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3505112" y="7217228"/>
            <a:ext cx="152396" cy="13879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733706" y="71913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Tier Status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91095" y="5629275"/>
            <a:ext cx="5333866" cy="34861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81590" y="585787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6476838" y="6022657"/>
            <a:ext cx="228594" cy="16573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914977" y="5981699"/>
            <a:ext cx="9429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Notes Tab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81590" y="6524624"/>
            <a:ext cx="4952876" cy="723900"/>
          </a:xfrm>
          <a:prstGeom prst="roundRect">
            <a:avLst>
              <a:gd name="adj" fmla="val 2105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6495887" y="6687910"/>
            <a:ext cx="152396" cy="13062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724481" y="6638924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Internal Notes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2580" y="694372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Staff notes about customer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81590" y="7362824"/>
            <a:ext cx="4952876" cy="723900"/>
          </a:xfrm>
          <a:prstGeom prst="roundRect">
            <a:avLst>
              <a:gd name="adj" fmla="val 2105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6495887" y="7526110"/>
            <a:ext cx="152396" cy="13062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724481" y="7477124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New Notes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2580" y="778192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Record important information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81590" y="8201025"/>
            <a:ext cx="4952876" cy="723900"/>
          </a:xfrm>
          <a:prstGeom prst="roundRect">
            <a:avLst>
              <a:gd name="adj" fmla="val 2105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95887" y="8369753"/>
            <a:ext cx="152396" cy="11974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724481" y="8315325"/>
            <a:ext cx="9239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 History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2580" y="862012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View all past notes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9344025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5910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Loyalty Program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2285942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7228" y="13430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487328"/>
            <a:ext cx="228594" cy="168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1447800"/>
            <a:ext cx="7334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Enrolling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933574"/>
            <a:ext cx="1904952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25" y="2047874"/>
            <a:ext cx="1676358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Automatic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all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28" y="2733674"/>
            <a:ext cx="190495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earned based on store 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5072" y="1114425"/>
            <a:ext cx="2285942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5567" y="13430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371765" y="1494472"/>
            <a:ext cx="228594" cy="1543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90855" y="1447800"/>
            <a:ext cx="9905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5567" y="1933574"/>
            <a:ext cx="1904952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390815" y="2073402"/>
            <a:ext cx="133346" cy="10134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00359" y="2028825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5567" y="2390774"/>
            <a:ext cx="1904952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390815" y="2522600"/>
            <a:ext cx="133346" cy="1173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00359" y="2486025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During POS transaction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2936" y="1114425"/>
            <a:ext cx="2285942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43431" y="13430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19629" y="1478756"/>
            <a:ext cx="228594" cy="18573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38719" y="144780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Redeem Points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3431" y="19526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3431" y="19526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0124" y="1933574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"Use Points"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43431" y="223837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43431" y="223837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0124" y="2219324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points to redeem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43431" y="2524125"/>
            <a:ext cx="180970" cy="190499"/>
          </a:xfrm>
          <a:prstGeom prst="roundRect">
            <a:avLst>
              <a:gd name="adj" fmla="val 105252631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3431" y="2524125"/>
            <a:ext cx="1809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0599" y="2505074"/>
            <a:ext cx="164778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calculates discount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43431" y="29813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3431" y="29813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0124" y="2962274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"Apply"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6733" y="3602355"/>
            <a:ext cx="228594" cy="20573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71525" y="3552825"/>
            <a:ext cx="14477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Tiers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6733" y="4010024"/>
            <a:ext cx="2285942" cy="2057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302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228" y="4276725"/>
            <a:ext cx="6572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Bronze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476438" y="4299273"/>
            <a:ext cx="285742" cy="221602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57228" y="4695824"/>
            <a:ext cx="1904952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525" y="4810124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0 - 500 points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7228" y="5267324"/>
            <a:ext cx="1904952" cy="419100"/>
          </a:xfrm>
          <a:prstGeom prst="roundRect">
            <a:avLst>
              <a:gd name="adj" fmla="val 36363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525" y="5381624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Base rewards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05072" y="4010024"/>
            <a:ext cx="2285942" cy="2057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302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5567" y="4276725"/>
            <a:ext cx="5333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Silver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924301" y="4299273"/>
            <a:ext cx="285742" cy="22160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295567" y="4695824"/>
            <a:ext cx="1904952" cy="4572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09864" y="4810124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501 - 1000 points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95567" y="5267324"/>
            <a:ext cx="1904952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9864" y="5381624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10% bonus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on rewards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52936" y="4010024"/>
            <a:ext cx="2285942" cy="2057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3302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43431" y="4276725"/>
            <a:ext cx="4286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Gold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362640" y="4299273"/>
            <a:ext cx="285742" cy="22160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5743431" y="4695824"/>
            <a:ext cx="1904952" cy="457200"/>
          </a:xfrm>
          <a:prstGeom prst="roundRect">
            <a:avLst>
              <a:gd name="adj" fmla="val 3333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7728" y="4810124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1001+ points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43431" y="5267324"/>
            <a:ext cx="1904952" cy="6096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7728" y="5381624"/>
            <a:ext cx="1676358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20% bonus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+ special offers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29374" y="1114425"/>
            <a:ext cx="3495587" cy="5305425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257968" y="13811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72265" y="1544410"/>
            <a:ext cx="285742" cy="2449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886602" y="1543050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Program Details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57968" y="2171700"/>
            <a:ext cx="3038399" cy="10287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410364" y="2382786"/>
            <a:ext cx="171445" cy="14932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658008" y="2343150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Automatic Enrollment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0364" y="2667000"/>
            <a:ext cx="273360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 new customers are automatically enrolled in the loyalty program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57968" y="3352800"/>
            <a:ext cx="3038399" cy="10287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410364" y="3588774"/>
            <a:ext cx="171445" cy="99551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658008" y="3524250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Earning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0364" y="3848099"/>
            <a:ext cx="273360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are earned automatically on every purchase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57968" y="4533900"/>
            <a:ext cx="3038399" cy="10287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410364" y="4747751"/>
            <a:ext cx="171445" cy="14379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658008" y="4705350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Flexible Redemption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0364" y="5029200"/>
            <a:ext cx="273360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can be redeemed during any checkout process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57968" y="5715000"/>
            <a:ext cx="3038399" cy="476249"/>
          </a:xfrm>
          <a:prstGeom prst="roundRect">
            <a:avLst>
              <a:gd name="adj" fmla="val 32000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381790" y="5887810"/>
            <a:ext cx="152396" cy="1306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610384" y="5857875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all details in customer profile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1149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8622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Customer Communications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5276718" cy="56007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3811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54019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8714" y="1485900"/>
            <a:ext cx="212402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Sending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2085975"/>
            <a:ext cx="2352616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9624" y="2200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624" y="2200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16" y="2219324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Customer(s)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16" y="2543175"/>
            <a:ext cx="17811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recipients from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2240" y="2085975"/>
            <a:ext cx="2352616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76538" y="2200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6538" y="2200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9429" y="2219324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9429" y="2543175"/>
            <a:ext cx="17811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send button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2962274"/>
            <a:ext cx="4819529" cy="1523999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" y="317630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23941" y="31432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Step 3: Choose Message 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7248" y="3505199"/>
            <a:ext cx="1419189" cy="819149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628734" y="3687535"/>
            <a:ext cx="285742" cy="244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71545" y="4019549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90735" y="3505199"/>
            <a:ext cx="1419189" cy="819149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162220" y="3707946"/>
            <a:ext cx="285742" cy="2041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05032" y="4019549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33746" y="3505199"/>
            <a:ext cx="1419189" cy="819149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95707" y="3687535"/>
            <a:ext cx="285742" cy="244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48043" y="4019549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327" y="4600575"/>
            <a:ext cx="2352616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9624" y="47148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624" y="47148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2516" y="4733925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Select/Compose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2516" y="5057775"/>
            <a:ext cx="17811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or create message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2240" y="4600575"/>
            <a:ext cx="2352616" cy="952499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76538" y="47148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6538" y="47148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9429" y="4733925"/>
            <a:ext cx="3809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9429" y="5057775"/>
            <a:ext cx="178113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Deliver message to customers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8243" y="1114425"/>
            <a:ext cx="5276718" cy="56007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76838" y="13811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72085" y="1557337"/>
            <a:ext cx="228594" cy="14287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010224" y="1485900"/>
            <a:ext cx="24383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Communications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76838" y="2085975"/>
            <a:ext cx="4819529" cy="1638299"/>
          </a:xfrm>
          <a:prstGeom prst="roundRect">
            <a:avLst>
              <a:gd name="adj" fmla="val 930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723729" y="2839084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67333" y="23145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67333" y="23145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422" y="2238375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Filter Customers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422" y="2505074"/>
            <a:ext cx="20478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Target specific customer groups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86422" y="2809875"/>
            <a:ext cx="199067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162620" y="2918650"/>
            <a:ext cx="133346" cy="12534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372165" y="2886075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Birthdays this month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53296" y="2809875"/>
            <a:ext cx="199067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229494" y="2922650"/>
            <a:ext cx="133346" cy="11734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439039" y="2886075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tier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86422" y="3228975"/>
            <a:ext cx="199067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162620" y="3341750"/>
            <a:ext cx="133346" cy="1173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372165" y="3305174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Location/City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53296" y="3228975"/>
            <a:ext cx="199067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229494" y="3360420"/>
            <a:ext cx="133346" cy="8001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439039" y="3305174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Purchase history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76838" y="3876674"/>
            <a:ext cx="4819529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6123778" y="422973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67333" y="41052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67333" y="41052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422" y="4029075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All Matching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422" y="4295774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all filtered customers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76838" y="4867274"/>
            <a:ext cx="4819529" cy="83820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6123778" y="522033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667333" y="50958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67333" y="50958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422" y="5019675"/>
            <a:ext cx="25335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Targeted Promotions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86422" y="5286375"/>
            <a:ext cx="25335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Deliver personalized messages to group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76838" y="5857875"/>
            <a:ext cx="4819529" cy="628650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600659" y="6059436"/>
            <a:ext cx="171445" cy="149327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848303" y="5981699"/>
            <a:ext cx="432424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Tip: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Use filters to create targeted campaigns for special events, seasonal offers, or loyalty rewards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943725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50511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Accessing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34386" y="247649"/>
            <a:ext cx="990575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4386" y="247649"/>
            <a:ext cx="9905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266824"/>
            <a:ext cx="10858228" cy="933449"/>
          </a:xfrm>
          <a:prstGeom prst="roundRect">
            <a:avLst>
              <a:gd name="adj" fmla="val 2448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266049" y="1667508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457325"/>
            <a:ext cx="457188" cy="55245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63544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4912" y="1466849"/>
            <a:ext cx="49433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12" y="1771650"/>
            <a:ext cx="49433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"Reports"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in the left sidebar to view available report categories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574607"/>
            <a:ext cx="228594" cy="1657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25" y="2505074"/>
            <a:ext cx="310507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Available Report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000375"/>
            <a:ext cx="2047823" cy="23907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38239" y="3228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552536" y="3435997"/>
            <a:ext cx="285742" cy="1574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4397" y="3943350"/>
            <a:ext cx="11524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42862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28" y="42862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Daily Summary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4610099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28" y="46100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Period 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49339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49339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 Performance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66953" y="3000375"/>
            <a:ext cx="2047823" cy="23907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38459" y="3228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52756" y="3392260"/>
            <a:ext cx="285742" cy="244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143171" y="394335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Reports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57448" y="42862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57448" y="42862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57448" y="4610099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7448" y="46100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Valuation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57448" y="49339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57448" y="49339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Movement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67173" y="3000375"/>
            <a:ext cx="2047823" cy="23907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38679" y="3228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952976" y="3424334"/>
            <a:ext cx="285742" cy="1807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33866" y="394335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Reports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668" y="42862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668" y="42862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Customer Summary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57668" y="4610099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668" y="46100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Top Customers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57668" y="49339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668" y="49339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Analytics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76918" y="3000375"/>
            <a:ext cx="2047823" cy="23907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38899" y="3228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53196" y="3392260"/>
            <a:ext cx="285742" cy="244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800779" y="3943350"/>
            <a:ext cx="10000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67413" y="42862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67413" y="42862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Tax Collected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67413" y="4610099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67413" y="46100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Tax Summary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67413" y="49339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67413" y="49339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Returns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77138" y="3000375"/>
            <a:ext cx="2047823" cy="23907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239119" y="3228975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353416" y="3392260"/>
            <a:ext cx="285742" cy="2449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953376" y="3943350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Staff Reports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67633" y="42862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67633" y="42862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Performance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67633" y="4610099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67633" y="46100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Hours Worked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67633" y="4933950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67633" y="4933950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by Staff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6733" y="5619750"/>
            <a:ext cx="10858228" cy="590549"/>
          </a:xfrm>
          <a:prstGeom prst="roundRect">
            <a:avLst>
              <a:gd name="adj" fmla="val 387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437499" y="5848984"/>
            <a:ext cx="590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5843307"/>
            <a:ext cx="190495" cy="16248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162020" y="5772150"/>
            <a:ext cx="79627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Note: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All reports can be exported in multiple formats (PDF, Excel, CSV) for further analysis and record-keeping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56216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Sales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3495587" cy="464820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7228" y="13430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1492091"/>
            <a:ext cx="228594" cy="1971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0615" y="1466849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Sales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2009774"/>
            <a:ext cx="3114597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1525" y="2124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25" y="2124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2143125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18" y="2428875"/>
            <a:ext cx="25812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Defaults to 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28" y="2809875"/>
            <a:ext cx="3114597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1525" y="29241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525" y="29241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18" y="2943225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3457575"/>
            <a:ext cx="1514437" cy="4952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426" y="3533774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26" y="3686175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Amount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47863" y="3457575"/>
            <a:ext cx="1514437" cy="4952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4061" y="3533774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Transactions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4061" y="3686175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28" y="4029075"/>
            <a:ext cx="1514437" cy="4952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426" y="4105274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Avg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426" y="4257675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 Sale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47863" y="4029075"/>
            <a:ext cx="1514437" cy="4952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24061" y="4105274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Sales by Hour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4061" y="4257675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Peak Times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228" y="4638674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525" y="4772025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Options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4537" y="4752974"/>
            <a:ext cx="371465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537" y="4752974"/>
            <a:ext cx="3714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PDF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43151" y="4752974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3151" y="4752974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Excel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57488" y="4752974"/>
            <a:ext cx="400039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7488" y="4752974"/>
            <a:ext cx="4000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CSV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52816" y="1114425"/>
            <a:ext cx="3495587" cy="464820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43311" y="13430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1493520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76698" y="1466849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Period Sales 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43311" y="2009774"/>
            <a:ext cx="3114597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57608" y="2124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57608" y="2124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62400" y="2143125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Date Range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62400" y="2428875"/>
            <a:ext cx="1257268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2400" y="242887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This Week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6818" y="2428875"/>
            <a:ext cx="1257268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6818" y="242887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This Month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62400" y="2714625"/>
            <a:ext cx="1257268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62400" y="271462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This Quarter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76818" y="2714625"/>
            <a:ext cx="1257268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76818" y="271462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This Year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43311" y="3171825"/>
            <a:ext cx="3114597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657608" y="3286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57608" y="32861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62400" y="3305174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Results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43311" y="3819524"/>
            <a:ext cx="3114597" cy="380999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38559" y="3933824"/>
            <a:ext cx="5905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Sales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19789" y="3956684"/>
            <a:ext cx="133346" cy="10668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4543311" y="4276725"/>
            <a:ext cx="3114597" cy="380999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38559" y="4391025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vs Previous Period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19789" y="4427220"/>
            <a:ext cx="133346" cy="80010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4543311" y="4733925"/>
            <a:ext cx="3114597" cy="380999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38559" y="4848225"/>
            <a:ext cx="5333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Growth %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19789" y="4881752"/>
            <a:ext cx="133346" cy="85344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4543311" y="5191125"/>
            <a:ext cx="3114597" cy="380999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38559" y="5305425"/>
            <a:ext cx="9048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Daily Breakdown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19789" y="5336286"/>
            <a:ext cx="133346" cy="90678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8029374" y="1114425"/>
            <a:ext cx="3495587" cy="464820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219869" y="13430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15117" y="1502092"/>
            <a:ext cx="228594" cy="177164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53256" y="146684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Performance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19869" y="2009774"/>
            <a:ext cx="3114597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334166" y="2124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34166" y="2124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38959" y="2143125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Date Range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38959" y="2428875"/>
            <a:ext cx="25812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period to analyze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19869" y="2809875"/>
            <a:ext cx="3114597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334166" y="29241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34166" y="29241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38959" y="2943225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Performance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19869" y="3457575"/>
            <a:ext cx="1514437" cy="619124"/>
          </a:xfrm>
          <a:prstGeom prst="roundRect">
            <a:avLst>
              <a:gd name="adj" fmla="val 12307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896127" y="3617349"/>
            <a:ext cx="171445" cy="99551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8296067" y="3848099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Top Sellers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820029" y="3457575"/>
            <a:ext cx="1514437" cy="619124"/>
          </a:xfrm>
          <a:prstGeom prst="roundRect">
            <a:avLst>
              <a:gd name="adj" fmla="val 12307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486762" y="3617349"/>
            <a:ext cx="171445" cy="9955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896227" y="3848099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Bottom Sellers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19869" y="4190999"/>
            <a:ext cx="1000099" cy="4952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96067" y="4267199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Qty Sold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96067" y="4419600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Units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77118" y="4190999"/>
            <a:ext cx="1000099" cy="4952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53316" y="4267199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Revenue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53316" y="4419600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334366" y="4190999"/>
            <a:ext cx="1000099" cy="4952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10564" y="4267199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Margin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10564" y="4419600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Profit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19869" y="4800600"/>
            <a:ext cx="3114597" cy="40005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24641" y="4960619"/>
            <a:ext cx="133346" cy="8001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534186" y="4924424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Sort by: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Any column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33366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Inventory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3495587" cy="447675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7228" y="13430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14935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0615" y="1466849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Status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2009774"/>
            <a:ext cx="3114597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25" y="2162174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Stock Levels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86082" y="2188291"/>
            <a:ext cx="171445" cy="13826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7228" y="2600325"/>
            <a:ext cx="3114597" cy="990599"/>
          </a:xfrm>
          <a:prstGeom prst="roundRect">
            <a:avLst>
              <a:gd name="adj" fmla="val 1538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25" y="2752725"/>
            <a:ext cx="100962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525" y="3019424"/>
            <a:ext cx="1400139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674" y="3076574"/>
            <a:ext cx="12858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Cost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674" y="3228975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7863" y="3019424"/>
            <a:ext cx="1400139" cy="457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012" y="3076574"/>
            <a:ext cx="12858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Retail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012" y="3228975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28" y="3686175"/>
            <a:ext cx="3114597" cy="3809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476" y="3781424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Low Stock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963" y="3781424"/>
            <a:ext cx="428614" cy="190499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963" y="3781424"/>
            <a:ext cx="4286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28" y="4143375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476" y="4276725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Out of Stock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705132" y="4297311"/>
            <a:ext cx="171445" cy="14932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57228" y="4676775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476" y="4810124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Overstocked Items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05132" y="4833476"/>
            <a:ext cx="171445" cy="14379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352816" y="1114425"/>
            <a:ext cx="3495587" cy="447675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43311" y="13430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38559" y="1502092"/>
            <a:ext cx="228594" cy="177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76698" y="1466849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Valuation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43311" y="2009774"/>
            <a:ext cx="3114597" cy="1200150"/>
          </a:xfrm>
          <a:prstGeom prst="roundRect">
            <a:avLst>
              <a:gd name="adj" fmla="val 12698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57608" y="2124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57608" y="2124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2400" y="2143125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Method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62400" y="2428875"/>
            <a:ext cx="258121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38599" y="2505074"/>
            <a:ext cx="2571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085" y="2505074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First In, First 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62400" y="2790824"/>
            <a:ext cx="258121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38599" y="2867025"/>
            <a:ext cx="99057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Weighted Average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4006" y="2867025"/>
            <a:ext cx="7238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Average Cost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43311" y="3324225"/>
            <a:ext cx="3114597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57608" y="3438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7608" y="3438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2400" y="3457575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Total Value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62400" y="3743325"/>
            <a:ext cx="25812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inventory worth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43311" y="4124324"/>
            <a:ext cx="3114597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657608" y="4238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57608" y="4238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62400" y="4257675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Breakdown by Category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62400" y="4543425"/>
            <a:ext cx="25812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Category-wise valuation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43311" y="4924424"/>
            <a:ext cx="3114597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48083" y="5065776"/>
            <a:ext cx="133346" cy="11734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857628" y="5048250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Valuation method affects cost calculations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29374" y="1114425"/>
            <a:ext cx="3495587" cy="4476750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219869" y="13430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15117" y="1519237"/>
            <a:ext cx="228594" cy="14287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753256" y="1466849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Movement Report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19869" y="2009774"/>
            <a:ext cx="3114597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334166" y="2124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4166" y="2124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38959" y="2143125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Date Range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38959" y="2428875"/>
            <a:ext cx="25812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period to analyze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19869" y="2809875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15117" y="2943225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Products Received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67773" y="2963811"/>
            <a:ext cx="171445" cy="149327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8219869" y="3343275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5117" y="3476624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Products Sold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067773" y="3497211"/>
            <a:ext cx="171445" cy="149327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8219869" y="3876674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15117" y="4010024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Adjustments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1067773" y="4036141"/>
            <a:ext cx="171445" cy="138266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8219869" y="4410074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15117" y="4543425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Transfers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1067773" y="4575072"/>
            <a:ext cx="171445" cy="127204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8219869" y="4943475"/>
            <a:ext cx="3114597" cy="4572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15117" y="5076825"/>
            <a:ext cx="5048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Returns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1067773" y="5131977"/>
            <a:ext cx="171445" cy="80194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3812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Customer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5314817" cy="5143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27" y="1381124"/>
            <a:ext cx="457188" cy="55245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584960"/>
            <a:ext cx="228594" cy="125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6813" y="1400175"/>
            <a:ext cx="22287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6813" y="1724024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Overview of customer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24075"/>
            <a:ext cx="4857628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44807" y="2474595"/>
            <a:ext cx="8001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6298" y="2462492"/>
            <a:ext cx="190495" cy="123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81090" y="2276474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090" y="2466975"/>
            <a:ext cx="219069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1450" y="2352675"/>
            <a:ext cx="619109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5747" y="2447924"/>
            <a:ext cx="39051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3038475"/>
            <a:ext cx="4857628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44807" y="3388995"/>
            <a:ext cx="8001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6298" y="3368488"/>
            <a:ext cx="190495" cy="1400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81090" y="3190874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New Customers This 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090" y="3381375"/>
            <a:ext cx="22287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Recent Acquisitions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05252" y="3267075"/>
            <a:ext cx="695307" cy="342900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9549" y="3362324"/>
            <a:ext cx="466713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Growth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952874"/>
            <a:ext cx="4857628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44807" y="4303394"/>
            <a:ext cx="8001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76298" y="427168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81090" y="4105274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Active 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1090" y="4295774"/>
            <a:ext cx="22287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Purchased in Period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479" y="4181474"/>
            <a:ext cx="800079" cy="342900"/>
          </a:xfrm>
          <a:prstGeom prst="roundRect">
            <a:avLst>
              <a:gd name="adj" fmla="val 44444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4777" y="4276725"/>
            <a:ext cx="57148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333EA"/>
                </a:solidFill>
                <a:latin typeface="Inter"/>
                <a:rFonts ascii="Inter" hAnsi="Inter" eastAsia="Inter" cs="Inter"/>
              </a:rPr>
              <a:t>Engaged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327" y="4867274"/>
            <a:ext cx="4857628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44807" y="5217794"/>
            <a:ext cx="8001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76298" y="5197288"/>
            <a:ext cx="190495" cy="14007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81090" y="5019675"/>
            <a:ext cx="24192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Average Spend per 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1090" y="521017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Mean Purchase Value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10024" y="5095874"/>
            <a:ext cx="590535" cy="342900"/>
          </a:xfrm>
          <a:prstGeom prst="roundRect">
            <a:avLst>
              <a:gd name="adj" fmla="val 4444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4321" y="5191125"/>
            <a:ext cx="36194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Value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0144" y="1114425"/>
            <a:ext cx="5314817" cy="5143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38739" y="1381124"/>
            <a:ext cx="457188" cy="55245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53036" y="1544955"/>
            <a:ext cx="228594" cy="20573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010224" y="1400175"/>
            <a:ext cx="170493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Top Customers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0224" y="1724024"/>
            <a:ext cx="17049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Highest value customers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38739" y="2124075"/>
            <a:ext cx="4857628" cy="7239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53036" y="22383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036" y="22383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7828" y="223837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Choose Date Range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7828" y="2543175"/>
            <a:ext cx="43242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period for analysis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38739" y="2962274"/>
            <a:ext cx="4857628" cy="7239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53036" y="3076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3036" y="3076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7828" y="3076574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Ranked List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7828" y="3381375"/>
            <a:ext cx="43242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Customers sorted by performance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38739" y="3800475"/>
            <a:ext cx="4857628" cy="2228850"/>
          </a:xfrm>
          <a:prstGeom prst="roundRect">
            <a:avLst>
              <a:gd name="adj" fmla="val 6837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00659" y="4026616"/>
            <a:ext cx="171445" cy="13826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48303" y="3981449"/>
            <a:ext cx="838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Ranked By: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00659" y="4343400"/>
            <a:ext cx="4533786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95907" y="4518660"/>
            <a:ext cx="133346" cy="10668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905452" y="4476750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Spent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62980" y="4438649"/>
            <a:ext cx="276218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39179" y="4514850"/>
            <a:ext cx="123821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#1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00659" y="4876800"/>
            <a:ext cx="4533786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95907" y="5046726"/>
            <a:ext cx="133346" cy="11734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905452" y="5010149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Number of Purchases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305792" y="4972050"/>
            <a:ext cx="733406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81990" y="5048250"/>
            <a:ext cx="581010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Frequency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00659" y="5410199"/>
            <a:ext cx="4533786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695907" y="5585459"/>
            <a:ext cx="133346" cy="10668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905452" y="5543550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Average Transaction Value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48683" y="5505450"/>
            <a:ext cx="390515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4881" y="5581649"/>
            <a:ext cx="238119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333EA"/>
                </a:solidFill>
                <a:latin typeface="Inter"/>
                <a:rFonts ascii="Inter" hAnsi="Inter" eastAsia="Inter" cs="Inter"/>
              </a:rPr>
              <a:t>Size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