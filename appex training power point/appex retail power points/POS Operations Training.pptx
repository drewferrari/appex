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5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43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29314" y="30479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1E40A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466849"/>
            <a:ext cx="1371565" cy="419100"/>
          </a:xfrm>
          <a:prstGeom prst="roundRect">
            <a:avLst>
              <a:gd name="adj" fmla="val 454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466849"/>
            <a:ext cx="1371565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SECTION 2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12797"/>
            <a:ext cx="171445" cy="1272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190749"/>
            <a:ext cx="7676958" cy="1523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POS Operations</a:t>
            </a:r>
            <a:r>
              <a:rPr sz="1104"/>
              <a:t>
</a:t>
            </a:r>
            <a:r>
              <a:rPr sz="382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Training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943350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Staff Onboarding Guide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952874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4648200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153024"/>
            <a:ext cx="228594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5124449"/>
            <a:ext cx="31241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Complete Guide to Point of Sale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4681" y="1543050"/>
            <a:ext cx="2800279" cy="37719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904771" y="3362960"/>
            <a:ext cx="3771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573" y="184784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573" y="2266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376011"/>
            <a:ext cx="228594" cy="2771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9059" y="2266950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059" y="2514600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Access &amp; Navigation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573" y="29718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22295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39059" y="2971800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Sales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9059" y="3219449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Complete Workflow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573" y="3676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27145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39059" y="3676649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9059" y="3924299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Generation &amp; Delivery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43814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77715"/>
            <a:ext cx="228594" cy="10286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39059" y="4381499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Returns &amp; Voids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59" y="4629150"/>
            <a:ext cx="158111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Transaction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93382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Opening the POS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327473"/>
            <a:ext cx="285742" cy="2216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773" y="1285875"/>
            <a:ext cx="184780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Access Methods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838324"/>
            <a:ext cx="4714757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218423" y="2286634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3426" y="2066924"/>
            <a:ext cx="352416" cy="571500"/>
          </a:xfrm>
          <a:prstGeom prst="roundRect">
            <a:avLst>
              <a:gd name="adj" fmla="val 4324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723" y="2181225"/>
            <a:ext cx="1238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8239" y="2066924"/>
            <a:ext cx="28383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Sidebar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8239" y="2409825"/>
            <a:ext cx="28383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on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"POS"</a:t>
            </a: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in the left sidebar menu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3057525"/>
            <a:ext cx="4714757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18423" y="3505835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3426" y="3286125"/>
            <a:ext cx="409564" cy="571500"/>
          </a:xfrm>
          <a:prstGeom prst="roundRect">
            <a:avLst>
              <a:gd name="adj" fmla="val 3720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23" y="3400425"/>
            <a:ext cx="18097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5387" y="3286125"/>
            <a:ext cx="33241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Dashboard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5387" y="3629025"/>
            <a:ext cx="33241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the </a:t>
            </a: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"New Sale"</a:t>
            </a: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button on the dashboard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62480" y="1327473"/>
            <a:ext cx="285742" cy="2216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62520" y="1285875"/>
            <a:ext cx="211449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POS Screen Layout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2480" y="1838324"/>
            <a:ext cx="1819229" cy="4000500"/>
          </a:xfrm>
          <a:prstGeom prst="roundRect">
            <a:avLst>
              <a:gd name="adj" fmla="val 12565"/>
            </a:avLst>
          </a:prstGeom>
          <a:solidFill>
            <a:srgbClr val="FFFFFF"/>
          </a:solidFill>
          <a:ln w="2476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52976" y="2057400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29174" y="2198846"/>
            <a:ext cx="228594" cy="1743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52976" y="2686050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LEFT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52976" y="3067050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Product Catalog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976" y="3333749"/>
            <a:ext cx="1438239" cy="45720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Browse categories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2976" y="3867149"/>
            <a:ext cx="1438239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products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52976" y="4171950"/>
            <a:ext cx="1438239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item details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34106" y="1838324"/>
            <a:ext cx="1819229" cy="4000500"/>
          </a:xfrm>
          <a:prstGeom prst="roundRect">
            <a:avLst>
              <a:gd name="adj" fmla="val 12565"/>
            </a:avLst>
          </a:prstGeom>
          <a:solidFill>
            <a:srgbClr val="FFFFFF"/>
          </a:solidFill>
          <a:ln w="2476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24601" y="2057400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9" y="2188845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24601" y="2686050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CENTER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4601" y="3067050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Shopping Cart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4601" y="3333749"/>
            <a:ext cx="1438239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Added items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4601" y="3638550"/>
            <a:ext cx="1438239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Quantities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4601" y="3943350"/>
            <a:ext cx="1438239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Price totals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05732" y="1838324"/>
            <a:ext cx="1819229" cy="4000500"/>
          </a:xfrm>
          <a:prstGeom prst="roundRect">
            <a:avLst>
              <a:gd name="adj" fmla="val 12565"/>
            </a:avLst>
          </a:prstGeom>
          <a:solidFill>
            <a:srgbClr val="FFFFFF"/>
          </a:solidFill>
          <a:ln w="2476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896227" y="2057400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972425" y="2203132"/>
            <a:ext cx="228594" cy="16573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896227" y="2686050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RIGHT PANEL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6227" y="3067050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Customer &amp; Payment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6227" y="3333749"/>
            <a:ext cx="1438239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info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96227" y="3638550"/>
            <a:ext cx="1438239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 options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6227" y="3943350"/>
            <a:ext cx="1438239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Checkout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848350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28604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Processing a Sale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20109" y="247649"/>
            <a:ext cx="904852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0109" y="247649"/>
            <a:ext cx="90485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Steps 1-3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906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33" y="11906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20" y="1228725"/>
            <a:ext cx="192400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Items to Cart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1724024"/>
            <a:ext cx="3514637" cy="1600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67327" y="2458084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969770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0119" y="1933574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Barcode Scanner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27" y="2333624"/>
            <a:ext cx="3095547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 at product barcode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27" y="2619374"/>
            <a:ext cx="3095547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Item auto-added to cart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27" y="2905124"/>
            <a:ext cx="3095547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Beep confirms success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3766" y="1724024"/>
            <a:ext cx="3514637" cy="1600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599706" y="2458084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62360" y="1979771"/>
            <a:ext cx="228594" cy="1743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67153" y="1933574"/>
            <a:ext cx="5905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360" y="2333624"/>
            <a:ext cx="3095547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search 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2360" y="2619374"/>
            <a:ext cx="3095547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Type name/SKU/category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360" y="2905124"/>
            <a:ext cx="3095547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product to add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324" y="1724024"/>
            <a:ext cx="3514637" cy="1600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7276264" y="2458084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38919" y="1969770"/>
            <a:ext cx="228594" cy="1943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43711" y="1933574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Category Navigation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919" y="2333624"/>
            <a:ext cx="3095547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Browse left panel 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919" y="2619374"/>
            <a:ext cx="3095547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to view 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919" y="2905124"/>
            <a:ext cx="3095547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39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product to add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733" y="36290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6733" y="36290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2020" y="3667124"/>
            <a:ext cx="189542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Adjust Quantities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33" y="4162424"/>
            <a:ext cx="5314817" cy="2686050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4449711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42971" y="4410074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Default: Quantity = 1 per item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27" y="4810124"/>
            <a:ext cx="4857628" cy="1809749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7723" y="4962525"/>
            <a:ext cx="45528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78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 Change Quantity: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7723" y="5267324"/>
            <a:ext cx="4552836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Find item in cart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723" y="5591175"/>
            <a:ext cx="4552836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quantity field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723" y="5915025"/>
            <a:ext cx="4552836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number or use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+ / -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buttons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723" y="6238874"/>
            <a:ext cx="4552836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Press Enter to confirm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0144" y="36290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0144" y="36290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5432" y="3667124"/>
            <a:ext cx="180970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Apply Discounts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0144" y="4162424"/>
            <a:ext cx="5314817" cy="3209925"/>
          </a:xfrm>
          <a:prstGeom prst="roundRect">
            <a:avLst>
              <a:gd name="adj" fmla="val 71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8739" y="4391025"/>
            <a:ext cx="48576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Individual Item Discount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38739" y="4772025"/>
            <a:ext cx="485762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Click item in cart →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"Add Discount"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8739" y="5076825"/>
            <a:ext cx="485762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Choose % or fixed amount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8739" y="5381624"/>
            <a:ext cx="485762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Enter value → Apply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38739" y="5924549"/>
            <a:ext cx="48576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Entire Sale Discount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8739" y="6305550"/>
            <a:ext cx="485762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Click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"Add Order Discount"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8739" y="6610349"/>
            <a:ext cx="485762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Choose % or fixed amount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38739" y="6915150"/>
            <a:ext cx="485762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Enter value → </a:t>
            </a: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Apply to All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767714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70580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28604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Processing a Sale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82010" y="247649"/>
            <a:ext cx="942951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82010" y="247649"/>
            <a:ext cx="94295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Steps 4-5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906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33" y="11906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20" y="1228725"/>
            <a:ext cx="159063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5052" y="1247775"/>
            <a:ext cx="761980" cy="266699"/>
          </a:xfrm>
          <a:prstGeom prst="roundRect">
            <a:avLst>
              <a:gd name="adj" fmla="val 71421428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5052" y="1247775"/>
            <a:ext cx="7619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1762125"/>
            <a:ext cx="5333866" cy="3152775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-843614" y="3272472"/>
            <a:ext cx="3152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3426" y="19907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28674" y="2151221"/>
            <a:ext cx="228594" cy="1743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6813" y="2114550"/>
            <a:ext cx="24097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Existing Customer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26" y="2657475"/>
            <a:ext cx="4838579" cy="2028825"/>
          </a:xfrm>
          <a:prstGeom prst="roundRect">
            <a:avLst>
              <a:gd name="adj" fmla="val 751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3921" y="2847974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78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Search Methods: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3152775"/>
            <a:ext cx="44575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Name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23921" y="3223532"/>
            <a:ext cx="152396" cy="870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3921" y="3457575"/>
            <a:ext cx="44575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Phone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23921" y="3528332"/>
            <a:ext cx="152396" cy="870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3762374"/>
            <a:ext cx="44575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Email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23921" y="3833132"/>
            <a:ext cx="152396" cy="870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23921" y="4286250"/>
            <a:ext cx="20763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Select customer from 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095" y="1762125"/>
            <a:ext cx="5333866" cy="3152775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4680748" y="3272472"/>
            <a:ext cx="31527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57788" y="19907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53036" y="2155507"/>
            <a:ext cx="228594" cy="16573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91175" y="2114550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New Customer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7788" y="2657475"/>
            <a:ext cx="4838579" cy="1638299"/>
          </a:xfrm>
          <a:prstGeom prst="roundRect">
            <a:avLst>
              <a:gd name="adj" fmla="val 930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48283" y="2906661"/>
            <a:ext cx="171445" cy="14932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95927" y="2867025"/>
            <a:ext cx="24859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Quick customer creation on the fly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8283" y="3267075"/>
            <a:ext cx="44575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"Add New Customer"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48283" y="3337832"/>
            <a:ext cx="152396" cy="870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48283" y="3571875"/>
            <a:ext cx="44575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customer details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48283" y="3642632"/>
            <a:ext cx="152396" cy="870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48283" y="3876674"/>
            <a:ext cx="4457588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linked to sale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48283" y="3947432"/>
            <a:ext cx="152396" cy="87085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666733" y="52197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6733" y="52197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2020" y="5257800"/>
            <a:ext cx="132394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Cart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38359" y="5276850"/>
            <a:ext cx="1019149" cy="266699"/>
          </a:xfrm>
          <a:prstGeom prst="roundRect">
            <a:avLst>
              <a:gd name="adj" fmla="val 71421428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38359" y="5276850"/>
            <a:ext cx="10191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Important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752656" y="5354193"/>
            <a:ext cx="133346" cy="112014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666733" y="5791200"/>
            <a:ext cx="10858228" cy="2790824"/>
          </a:xfrm>
          <a:prstGeom prst="roundRect">
            <a:avLst>
              <a:gd name="adj" fmla="val 81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6083617"/>
            <a:ext cx="228594" cy="17716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238219" y="6038849"/>
            <a:ext cx="20097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Verification Checklist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5327" y="6477000"/>
            <a:ext cx="2485962" cy="1257300"/>
          </a:xfrm>
          <a:prstGeom prst="roundRect">
            <a:avLst>
              <a:gd name="adj" fmla="val 121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866853" y="66674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000199" y="6811735"/>
            <a:ext cx="285742" cy="24492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85822" y="7315200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 Items Correct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33686" y="6477000"/>
            <a:ext cx="2485962" cy="1257300"/>
          </a:xfrm>
          <a:prstGeom prst="roundRect">
            <a:avLst>
              <a:gd name="adj" fmla="val 121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514737" y="66674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629034" y="6832146"/>
            <a:ext cx="285742" cy="20410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724181" y="7315200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Quantities Accurate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2045" y="6477000"/>
            <a:ext cx="2485962" cy="1257300"/>
          </a:xfrm>
          <a:prstGeom prst="roundRect">
            <a:avLst>
              <a:gd name="adj" fmla="val 121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143571" y="66674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276918" y="6811735"/>
            <a:ext cx="285742" cy="24492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362540" y="7315200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Discounts Applied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10404" y="6477000"/>
            <a:ext cx="2485962" cy="1257300"/>
          </a:xfrm>
          <a:prstGeom prst="roundRect">
            <a:avLst>
              <a:gd name="adj" fmla="val 121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791455" y="6667499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905752" y="6823398"/>
            <a:ext cx="285742" cy="22160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000899" y="7315200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Totals Calculated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505212" y="8145411"/>
            <a:ext cx="171445" cy="14932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752856" y="8105774"/>
            <a:ext cx="5905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Subtotal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48183" y="8124824"/>
            <a:ext cx="9524" cy="19049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962500" y="8145411"/>
            <a:ext cx="171445" cy="14932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210144" y="8105774"/>
            <a:ext cx="2571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72105" y="8124824"/>
            <a:ext cx="9524" cy="19049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086422" y="8145411"/>
            <a:ext cx="171445" cy="14932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334066" y="8105774"/>
            <a:ext cx="3524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8886825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46734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28604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Processing a Sale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01059" y="247649"/>
            <a:ext cx="923901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1059" y="247649"/>
            <a:ext cx="92390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Steps 6-7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33" y="11144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20" y="1152524"/>
            <a:ext cx="19144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533" y="1190625"/>
            <a:ext cx="28574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Click "Checkout" or "Process Payment"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1647825"/>
            <a:ext cx="1714457" cy="18002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66793" y="18383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381090" y="2022021"/>
            <a:ext cx="285742" cy="2041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9129" y="2552700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29" y="2857500"/>
            <a:ext cx="1409664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amount tendered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95487" y="1647825"/>
            <a:ext cx="1714457" cy="18002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95547" y="18383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209844" y="1989947"/>
            <a:ext cx="285742" cy="2682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47883" y="2552700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EcoCash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7883" y="2857500"/>
            <a:ext cx="1409664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Phone number → Confirm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4241" y="1647825"/>
            <a:ext cx="1714457" cy="18002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24301" y="18383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038599" y="2013273"/>
            <a:ext cx="285742" cy="22160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76638" y="2552700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OneMoney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6638" y="2857500"/>
            <a:ext cx="1409664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Phone number → Confirm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2996" y="1647825"/>
            <a:ext cx="1714457" cy="18002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53056" y="18383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67353" y="2022021"/>
            <a:ext cx="285742" cy="2041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05392" y="2552700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Card / ZimSwitch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392" y="2857500"/>
            <a:ext cx="140966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Process via terminal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81750" y="1647825"/>
            <a:ext cx="1714457" cy="18002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581810" y="18383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696107" y="1995779"/>
            <a:ext cx="285742" cy="25659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134146" y="2552700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Bank Transfer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4146" y="2857500"/>
            <a:ext cx="1409664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reference number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10504" y="1647825"/>
            <a:ext cx="1714457" cy="18002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10564" y="18383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524861" y="2022021"/>
            <a:ext cx="285742" cy="20410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62900" y="2552700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Mixed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2900" y="2857500"/>
            <a:ext cx="1409664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"Split Payment" button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33" y="371475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6733" y="371475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2020" y="3752849"/>
            <a:ext cx="242881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Transaction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33" y="4248150"/>
            <a:ext cx="10858228" cy="2743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5327" y="4531995"/>
            <a:ext cx="228594" cy="1943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200119" y="4495799"/>
            <a:ext cx="11143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Flow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5327" y="4933950"/>
            <a:ext cx="4581410" cy="5333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9624" y="50482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9624" y="50482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28714" y="5086350"/>
            <a:ext cx="17049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payment method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5327" y="5581649"/>
            <a:ext cx="4581410" cy="5333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09624" y="56959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9624" y="5695949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28714" y="5734050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Confirm payment details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5327" y="6229350"/>
            <a:ext cx="4581410" cy="5333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09624" y="63436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9624" y="6343650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28714" y="6381749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"Complete Sale"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705332" y="4531995"/>
            <a:ext cx="228594" cy="19430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010124" y="4495799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Actions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705332" y="4933950"/>
            <a:ext cx="2724081" cy="83820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 Same Side Corner Rectangle 62"/>
          <p:cNvSpPr/>
          <p:nvPr/>
        </p:nvSpPr>
        <p:spPr>
          <a:xfrm rot="16200000">
            <a:off x="5352272" y="52870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95827" y="5138457"/>
            <a:ext cx="190495" cy="162485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162520" y="510540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Transaction Processed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5827" y="54292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Payment recorded in system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72285" y="4933950"/>
            <a:ext cx="2724081" cy="838200"/>
          </a:xfrm>
          <a:prstGeom prst="roundRect">
            <a:avLst>
              <a:gd name="adj" fmla="val 1818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 Same Side Corner Rectangle 67"/>
          <p:cNvSpPr/>
          <p:nvPr/>
        </p:nvSpPr>
        <p:spPr>
          <a:xfrm rot="16200000">
            <a:off x="8219225" y="52870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762780" y="5138457"/>
            <a:ext cx="190495" cy="162485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029474" y="5105400"/>
            <a:ext cx="13810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Receipt Generated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62780" y="54292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Ready for customer delivery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05332" y="5924549"/>
            <a:ext cx="2724081" cy="838200"/>
          </a:xfrm>
          <a:prstGeom prst="roundRect">
            <a:avLst>
              <a:gd name="adj" fmla="val 1818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5352272" y="62776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895827" y="6129057"/>
            <a:ext cx="190495" cy="162485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162520" y="6095999"/>
            <a:ext cx="13810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Updated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95827" y="64198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Stock levels adjusted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572285" y="5924549"/>
            <a:ext cx="2724081" cy="83820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 Same Side Corner Rectangle 77"/>
          <p:cNvSpPr/>
          <p:nvPr/>
        </p:nvSpPr>
        <p:spPr>
          <a:xfrm rot="16200000">
            <a:off x="8219225" y="62776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762780" y="6140263"/>
            <a:ext cx="190495" cy="140073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029474" y="6095999"/>
            <a:ext cx="10762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Sale Complete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62780" y="64198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Ready for next transaction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729614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604837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74343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Generating &amp; Sending Receipts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322070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24" y="1285875"/>
            <a:ext cx="62196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After completing the sale, choose a delivery method for the customer receipt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876424"/>
            <a:ext cx="5314817" cy="2733674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634064" y="3177221"/>
            <a:ext cx="27336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3426" y="21050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2279973"/>
            <a:ext cx="285742" cy="2216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159" y="2114550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 Receipt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159" y="2419349"/>
            <a:ext cx="1142971" cy="276225"/>
          </a:xfrm>
          <a:prstGeom prst="roundRect">
            <a:avLst>
              <a:gd name="adj" fmla="val 137931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159" y="2419349"/>
            <a:ext cx="114297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Physical Copy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26" y="2857500"/>
            <a:ext cx="4819529" cy="838200"/>
          </a:xfrm>
          <a:prstGeom prst="roundRect">
            <a:avLst>
              <a:gd name="adj" fmla="val 1818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5822" y="3033032"/>
            <a:ext cx="152396" cy="1823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14417" y="3028950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3314700"/>
            <a:ext cx="45147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"Print Receipt"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26" y="3809999"/>
            <a:ext cx="481952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Receipt prints to connected thermal printer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3899807"/>
            <a:ext cx="152396" cy="870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3426" y="4133849"/>
            <a:ext cx="481952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If no printer, preview on screen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4223657"/>
            <a:ext cx="152396" cy="87085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210144" y="1876424"/>
            <a:ext cx="5314817" cy="2733674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4909347" y="3177221"/>
            <a:ext cx="27336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76838" y="2105024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91135" y="2288721"/>
            <a:ext cx="285742" cy="2041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43571" y="2114550"/>
            <a:ext cx="12477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Email Receipt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43571" y="2419349"/>
            <a:ext cx="981050" cy="276225"/>
          </a:xfrm>
          <a:prstGeom prst="roundRect">
            <a:avLst>
              <a:gd name="adj" fmla="val 137931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43571" y="2419349"/>
            <a:ext cx="98105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D4ED8"/>
                </a:solidFill>
                <a:latin typeface="Inter"/>
                <a:rFonts ascii="Inter" hAnsi="Inter" eastAsia="Inter" cs="Inter"/>
              </a:rPr>
              <a:t>PDF Format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6838" y="2857500"/>
            <a:ext cx="4819529" cy="838200"/>
          </a:xfrm>
          <a:prstGeom prst="roundRect">
            <a:avLst>
              <a:gd name="adj" fmla="val 1818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29234" y="3033032"/>
            <a:ext cx="152396" cy="18233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57828" y="3028950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234" y="3314700"/>
            <a:ext cx="45147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"Email Receipt"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6838" y="3809999"/>
            <a:ext cx="481952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customer email address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3899807"/>
            <a:ext cx="152396" cy="870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76838" y="4133849"/>
            <a:ext cx="481952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receives PDF receipt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4223657"/>
            <a:ext cx="152396" cy="87085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66733" y="4838699"/>
            <a:ext cx="5314817" cy="2733674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-634064" y="6139496"/>
            <a:ext cx="27336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3426" y="5067299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47723" y="5230585"/>
            <a:ext cx="285742" cy="24492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600159" y="5076825"/>
            <a:ext cx="17335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WhatsApp Receipt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00159" y="5381624"/>
            <a:ext cx="1295367" cy="276225"/>
          </a:xfrm>
          <a:prstGeom prst="roundRect">
            <a:avLst>
              <a:gd name="adj" fmla="val 137931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00159" y="5381624"/>
            <a:ext cx="129536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Instant Message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3426" y="5819775"/>
            <a:ext cx="4819529" cy="838200"/>
          </a:xfrm>
          <a:prstGeom prst="roundRect">
            <a:avLst>
              <a:gd name="adj" fmla="val 1818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5822" y="5995307"/>
            <a:ext cx="152396" cy="18233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14417" y="5991225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5822" y="6276975"/>
            <a:ext cx="45147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"WhatsApp Receipt"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3426" y="6772275"/>
            <a:ext cx="481952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opens WhatsApp with pre-filled message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6862082"/>
            <a:ext cx="152396" cy="870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33426" y="7096124"/>
            <a:ext cx="481952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Send to customer instantly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7185932"/>
            <a:ext cx="152396" cy="87085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6210144" y="4838699"/>
            <a:ext cx="5314817" cy="2733674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4909347" y="6139496"/>
            <a:ext cx="27336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476838" y="5067299"/>
            <a:ext cx="514337" cy="600075"/>
          </a:xfrm>
          <a:prstGeom prst="roundRect">
            <a:avLst>
              <a:gd name="adj" fmla="val 296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91135" y="5230585"/>
            <a:ext cx="285742" cy="2449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143571" y="5076825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SMS Receipt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43571" y="5381624"/>
            <a:ext cx="1123921" cy="276225"/>
          </a:xfrm>
          <a:prstGeom prst="roundRect">
            <a:avLst>
              <a:gd name="adj" fmla="val 137931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43571" y="5381624"/>
            <a:ext cx="112392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7E22CE"/>
                </a:solidFill>
                <a:latin typeface="Inter"/>
                <a:rFonts ascii="Inter" hAnsi="Inter" eastAsia="Inter" cs="Inter"/>
              </a:rPr>
              <a:t>Text Message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76838" y="5819775"/>
            <a:ext cx="4819529" cy="838200"/>
          </a:xfrm>
          <a:prstGeom prst="roundRect">
            <a:avLst>
              <a:gd name="adj" fmla="val 1818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29234" y="5995307"/>
            <a:ext cx="152396" cy="18233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7828" y="5991225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9234" y="6276975"/>
            <a:ext cx="45147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"SMS Receipt"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6838" y="6772275"/>
            <a:ext cx="481952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customer phone number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6862082"/>
            <a:ext cx="152396" cy="87085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476838" y="7096124"/>
            <a:ext cx="481952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Receipt sent via text message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76838" y="7185932"/>
            <a:ext cx="152396" cy="87085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0" y="7877174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62893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Processing Returns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2600259" cy="1504950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129" y="13049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129" y="13049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19" y="1343025"/>
            <a:ext cx="9905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17240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POS menu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798320"/>
            <a:ext cx="133346" cy="800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9129" y="19907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Dashboard button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2065020"/>
            <a:ext cx="133346" cy="8001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419389" y="1114425"/>
            <a:ext cx="2600259" cy="1504950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71785" y="13049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1785" y="13049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2776" y="1343025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Find Original Sale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1785" y="17240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Scan receipt barcode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3571785" y="1798320"/>
            <a:ext cx="133346" cy="8001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71785" y="19907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receipt number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3571785" y="2065020"/>
            <a:ext cx="133346" cy="8001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71785" y="2257425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customer/date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3571785" y="2331720"/>
            <a:ext cx="133346" cy="8001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172045" y="1114425"/>
            <a:ext cx="2600259" cy="1504950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24441" y="13049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4441" y="13049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5432" y="1343025"/>
            <a:ext cx="8286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441" y="17240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search results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324441" y="1798320"/>
            <a:ext cx="133346" cy="8001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24441" y="19907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to open details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324441" y="2065020"/>
            <a:ext cx="133346" cy="8001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924701" y="1114425"/>
            <a:ext cx="2600259" cy="1504950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77098" y="13049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7098" y="13049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58088" y="1343025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Choose Items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7098" y="17240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items to return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77098" y="1798320"/>
            <a:ext cx="133346" cy="8001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077098" y="19907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partial quantities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77098" y="2065020"/>
            <a:ext cx="133346" cy="8001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66733" y="2847974"/>
            <a:ext cx="2600259" cy="2133599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9129" y="30384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129" y="30384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0119" y="3076574"/>
            <a:ext cx="10858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Return Reason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9129" y="3457575"/>
            <a:ext cx="2295467" cy="1371600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3426" y="3571875"/>
            <a:ext cx="20668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Select from dropdown: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3426" y="3800475"/>
            <a:ext cx="2066873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Damaged product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3426" y="3990974"/>
            <a:ext cx="2066873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Wrong item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3426" y="4181474"/>
            <a:ext cx="2066873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Customer changed mind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3426" y="4371975"/>
            <a:ext cx="2066873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Expired product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3426" y="4562475"/>
            <a:ext cx="2066873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• Other (with notes)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19389" y="2847974"/>
            <a:ext cx="2600259" cy="2133599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571785" y="30384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71785" y="30384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52776" y="3076574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Refund Method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71785" y="3457575"/>
            <a:ext cx="1114397" cy="619124"/>
          </a:xfrm>
          <a:prstGeom prst="roundRect">
            <a:avLst>
              <a:gd name="adj" fmla="val 1230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038499" y="3603522"/>
            <a:ext cx="171445" cy="12720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647983" y="3848099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62380" y="3457575"/>
            <a:ext cx="1114397" cy="619124"/>
          </a:xfrm>
          <a:prstGeom prst="roundRect">
            <a:avLst>
              <a:gd name="adj" fmla="val 1230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229094" y="3586930"/>
            <a:ext cx="171445" cy="16038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838579" y="3848099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EcoCash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571785" y="4152899"/>
            <a:ext cx="1114397" cy="619124"/>
          </a:xfrm>
          <a:prstGeom prst="roundRect">
            <a:avLst>
              <a:gd name="adj" fmla="val 1230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038499" y="4298847"/>
            <a:ext cx="171445" cy="12720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647983" y="4543425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Store Credit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62380" y="4152899"/>
            <a:ext cx="1114397" cy="619124"/>
          </a:xfrm>
          <a:prstGeom prst="roundRect">
            <a:avLst>
              <a:gd name="adj" fmla="val 1230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229094" y="4298847"/>
            <a:ext cx="171445" cy="12720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838579" y="4543425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Card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72045" y="2847974"/>
            <a:ext cx="2600259" cy="2133599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324441" y="30384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24441" y="30384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05432" y="3076574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 Return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24441" y="3457575"/>
            <a:ext cx="2295467" cy="1333500"/>
          </a:xfrm>
          <a:prstGeom prst="roundRect">
            <a:avLst>
              <a:gd name="adj" fmla="val 11428"/>
            </a:avLst>
          </a:prstGeom>
          <a:gradFill rotWithShape="1">
            <a:gsLst>
              <a:gs pos="0">
                <a:srgbClr val="EFF6FF"/>
              </a:gs>
              <a:gs pos="100000">
                <a:srgbClr val="FAF5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238819" y="37433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353116" y="3900487"/>
            <a:ext cx="228594" cy="14287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476838" y="4314825"/>
            <a:ext cx="19906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"Process Return"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24701" y="2847974"/>
            <a:ext cx="2600259" cy="2133599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077098" y="303847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77098" y="303847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58088" y="3076574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Updates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77098" y="3457575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updated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077098" y="3513200"/>
            <a:ext cx="133346" cy="11734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077098" y="372427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Return receipt generated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077098" y="3779900"/>
            <a:ext cx="133346" cy="11734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077098" y="399097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Transaction recorded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077098" y="4046600"/>
            <a:ext cx="133346" cy="117348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666733" y="5210174"/>
            <a:ext cx="10858228" cy="761999"/>
          </a:xfrm>
          <a:prstGeom prst="roundRect">
            <a:avLst>
              <a:gd name="adj" fmla="val 2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 Same Side Corner Rectangle 87"/>
          <p:cNvSpPr/>
          <p:nvPr/>
        </p:nvSpPr>
        <p:spPr>
          <a:xfrm rot="16200000">
            <a:off x="351774" y="552513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57228" y="5436870"/>
            <a:ext cx="228594" cy="194309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200119" y="5362575"/>
            <a:ext cx="73245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Important Note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00119" y="5629275"/>
            <a:ext cx="73245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Ensure all return reasons are properly documented. Partial returns are supported - specify exact quantities to return.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0E7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52406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Voiding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10858228" cy="838200"/>
          </a:xfrm>
          <a:prstGeom prst="roundRect">
            <a:avLst>
              <a:gd name="adj" fmla="val 1818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13673" y="139128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90625"/>
            <a:ext cx="380990" cy="476249"/>
          </a:xfrm>
          <a:prstGeom prst="roundRect">
            <a:avLst>
              <a:gd name="adj" fmla="val 4999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326356"/>
            <a:ext cx="228594" cy="1857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15" y="1190625"/>
            <a:ext cx="60672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991B1B"/>
                </a:solidFill>
                <a:latin typeface="Inter"/>
                <a:rFonts ascii="Inter" hAnsi="Inter" eastAsia="Inter" cs="Inter"/>
              </a:rPr>
              <a:t>Important: Restricted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15" y="1495424"/>
            <a:ext cx="60672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91C1C"/>
                </a:solidFill>
                <a:latin typeface="Inter"/>
                <a:rFonts ascii="Inter" hAnsi="Inter" eastAsia="Inter" cs="Inter"/>
              </a:rPr>
              <a:t>Voiding should </a:t>
            </a:r>
            <a:r>
              <a:rPr sz="956" b="1">
                <a:solidFill>
                  <a:srgbClr val="B91C1C"/>
                </a:solidFill>
                <a:latin typeface="Inter"/>
                <a:rFonts ascii="Inter" hAnsi="Inter" eastAsia="Inter" cs="Inter"/>
              </a:rPr>
              <a:t>only be done for sales made in error</a:t>
            </a:r>
            <a:r>
              <a:rPr sz="956" b="0">
                <a:solidFill>
                  <a:srgbClr val="B91C1C"/>
                </a:solidFill>
                <a:latin typeface="Inter"/>
                <a:rFonts ascii="Inter" hAnsi="Inter" eastAsia="Inter" cs="Inter"/>
              </a:rPr>
              <a:t> and requires </a:t>
            </a:r>
            <a:r>
              <a:rPr sz="956" b="1">
                <a:solidFill>
                  <a:srgbClr val="B91C1C"/>
                </a:solidFill>
                <a:latin typeface="Inter"/>
                <a:rFonts ascii="Inter" hAnsi="Inter" eastAsia="Inter" cs="Inter"/>
              </a:rPr>
              <a:t>manager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2105024"/>
            <a:ext cx="2600259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129" y="22955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129" y="22955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2333624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 to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29" y="2714625"/>
            <a:ext cx="2295467" cy="3809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B82F6"/>
                </a:solidFill>
                <a:latin typeface="Inter"/>
                <a:rFonts ascii="Inter" hAnsi="Inter" eastAsia="Inter" cs="Inter"/>
              </a:rPr>
              <a:t>"Sales History"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POS menu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88920"/>
            <a:ext cx="133346" cy="8001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419389" y="2105024"/>
            <a:ext cx="2600259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71785" y="22955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1785" y="22955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2776" y="2333624"/>
            <a:ext cx="6762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Find Sale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1785" y="2714625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for transaction to void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571785" y="2788920"/>
            <a:ext cx="133346" cy="8001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172045" y="2105024"/>
            <a:ext cx="2600259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24441" y="22955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4441" y="22955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5432" y="2333624"/>
            <a:ext cx="9524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Open 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441" y="2714625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on the sale to view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2788920"/>
            <a:ext cx="133346" cy="8001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924701" y="2105024"/>
            <a:ext cx="2600259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77098" y="22955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7098" y="22955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8088" y="2333624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Void Transaction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7098" y="2714625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"Void Transaction"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button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77098" y="2788920"/>
            <a:ext cx="133346" cy="8001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66733" y="3438525"/>
            <a:ext cx="2600259" cy="1238249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9129" y="36290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129" y="36290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0119" y="3667124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Manager Approval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129" y="40481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manager password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4122419"/>
            <a:ext cx="133346" cy="8001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3419389" y="3438525"/>
            <a:ext cx="2600259" cy="1238249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571785" y="36290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71785" y="36290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52776" y="3667124"/>
            <a:ext cx="11524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Provide Reason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71785" y="40481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Document why void is needed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571785" y="4122419"/>
            <a:ext cx="133346" cy="8001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172045" y="3438525"/>
            <a:ext cx="2600259" cy="1238249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24441" y="36290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4441" y="36290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05432" y="3667124"/>
            <a:ext cx="9810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Confirm Void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4441" y="40481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to confirm void action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24441" y="4122419"/>
            <a:ext cx="133346" cy="80010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8924701" y="3438525"/>
            <a:ext cx="2600259" cy="1238249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077098" y="36290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77098" y="3629025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58088" y="3667124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Updates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7098" y="4048124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Inventory reversed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77098" y="4103750"/>
            <a:ext cx="133346" cy="11734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077098" y="4314825"/>
            <a:ext cx="2295467" cy="20955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Marked as voided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77098" y="4370451"/>
            <a:ext cx="133346" cy="117348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66733" y="4905375"/>
            <a:ext cx="5352916" cy="952499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256524" y="531558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5132069"/>
            <a:ext cx="228594" cy="19430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200119" y="5057775"/>
            <a:ext cx="46671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Manager Authorization Required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00119" y="5324474"/>
            <a:ext cx="4667133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 void operations require manager password verification for security and audit purposes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72045" y="4905375"/>
            <a:ext cx="5352916" cy="952499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 Same Side Corner Rectangle 69"/>
          <p:cNvSpPr/>
          <p:nvPr/>
        </p:nvSpPr>
        <p:spPr>
          <a:xfrm rot="16200000">
            <a:off x="5761836" y="531558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62540" y="5140642"/>
            <a:ext cx="228594" cy="17716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05432" y="5057775"/>
            <a:ext cx="46671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Full Documentation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05432" y="5324474"/>
            <a:ext cx="4667133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 voids are permanently recorded with timestamp, user ID, reason, and manager approval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50000">
                <a:srgbClr val="3B82F6"/>
              </a:gs>
              <a:gs pos="100000">
                <a:srgbClr val="1E40A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