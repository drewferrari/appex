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2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45.png"/><Relationship Id="rId16" Type="http://schemas.openxmlformats.org/officeDocument/2006/relationships/image" Target="../media/image4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6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29314" y="304799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1E40A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33" y="1466849"/>
            <a:ext cx="1371565" cy="419100"/>
          </a:xfrm>
          <a:prstGeom prst="roundRect">
            <a:avLst>
              <a:gd name="adj" fmla="val 454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1466849"/>
            <a:ext cx="1371565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SECTION 3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01736"/>
            <a:ext cx="171445" cy="149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33" y="2190749"/>
            <a:ext cx="7676958" cy="1523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Inventory Management</a:t>
            </a:r>
            <a:r>
              <a:rPr sz="1104"/>
              <a:t>
</a:t>
            </a:r>
            <a:r>
              <a:rPr sz="382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Training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3943350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Staff Onboarding Guide - Section 3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952874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6733" y="4648200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153024"/>
            <a:ext cx="228594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5124449"/>
            <a:ext cx="28955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Complete Guide to Inventory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4681" y="1523999"/>
            <a:ext cx="2800279" cy="3809999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6885722" y="3362958"/>
            <a:ext cx="3809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7573" y="1828800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7573" y="22478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398395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39059" y="2247899"/>
            <a:ext cx="158111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059" y="2724150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Add &amp; Edit Products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7573" y="31051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255645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39059" y="3105149"/>
            <a:ext cx="12667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Bulk Import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9059" y="3352800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CSV Import Process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7573" y="38099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969067"/>
            <a:ext cx="228594" cy="1771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39059" y="3809999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Adjustments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9059" y="4057650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Count, Damage, Transfer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573" y="45148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666773"/>
            <a:ext cx="228594" cy="1914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39059" y="4514850"/>
            <a:ext cx="13239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Alerts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059" y="4762500"/>
            <a:ext cx="13239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Monitoring &amp; Reports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82895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Accessing Inventory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24861" y="247649"/>
            <a:ext cx="1000099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24861" y="247649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3.1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251273"/>
            <a:ext cx="285742" cy="2216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773" y="1209674"/>
            <a:ext cx="184780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Access Methods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1762125"/>
            <a:ext cx="4714757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218423" y="2210435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3426" y="1990724"/>
            <a:ext cx="352416" cy="571500"/>
          </a:xfrm>
          <a:prstGeom prst="roundRect">
            <a:avLst>
              <a:gd name="adj" fmla="val 4324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723" y="2105024"/>
            <a:ext cx="12382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8239" y="1990724"/>
            <a:ext cx="29907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Sidebar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8239" y="2333624"/>
            <a:ext cx="29907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"Inventory"</a:t>
            </a: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in the left sidebar menu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2981325"/>
            <a:ext cx="4714757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218423" y="3429635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3426" y="3209925"/>
            <a:ext cx="409564" cy="571500"/>
          </a:xfrm>
          <a:prstGeom prst="roundRect">
            <a:avLst>
              <a:gd name="adj" fmla="val 3720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23" y="3324225"/>
            <a:ext cx="18097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5387" y="3209925"/>
            <a:ext cx="29717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5387" y="3552825"/>
            <a:ext cx="29717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"Products"</a:t>
            </a: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under Inventory section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62480" y="1251273"/>
            <a:ext cx="285742" cy="2216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62520" y="1209674"/>
            <a:ext cx="30002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Inventory Screen Overview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2480" y="1762125"/>
            <a:ext cx="5762480" cy="1238249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52976" y="1952624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029174" y="2092642"/>
            <a:ext cx="228594" cy="1771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48263" y="2057400"/>
            <a:ext cx="21906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List with Columns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52976" y="2543175"/>
            <a:ext cx="600059" cy="266699"/>
          </a:xfrm>
          <a:prstGeom prst="roundRect">
            <a:avLst>
              <a:gd name="adj" fmla="val 71421428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52976" y="2543175"/>
            <a:ext cx="6000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234" y="2543175"/>
            <a:ext cx="504812" cy="266699"/>
          </a:xfrm>
          <a:prstGeom prst="roundRect">
            <a:avLst>
              <a:gd name="adj" fmla="val 71421428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234" y="2543175"/>
            <a:ext cx="5048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SKU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10244" y="2543175"/>
            <a:ext cx="819129" cy="266699"/>
          </a:xfrm>
          <a:prstGeom prst="roundRect">
            <a:avLst>
              <a:gd name="adj" fmla="val 71421428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10244" y="2543175"/>
            <a:ext cx="8191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Category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5572" y="2543175"/>
            <a:ext cx="552436" cy="266699"/>
          </a:xfrm>
          <a:prstGeom prst="roundRect">
            <a:avLst>
              <a:gd name="adj" fmla="val 71421428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05572" y="2543175"/>
            <a:ext cx="5524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34206" y="2543175"/>
            <a:ext cx="590535" cy="266699"/>
          </a:xfrm>
          <a:prstGeom prst="roundRect">
            <a:avLst>
              <a:gd name="adj" fmla="val 71421428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4206" y="2543175"/>
            <a:ext cx="5905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Stock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2480" y="3152775"/>
            <a:ext cx="5762480" cy="12001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952976" y="334327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029174" y="3484721"/>
            <a:ext cx="228594" cy="1743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448263" y="3448049"/>
            <a:ext cx="21144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 and Filter Options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52976" y="3933824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Product search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952976" y="3996118"/>
            <a:ext cx="133346" cy="10401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391215" y="3933824"/>
            <a:ext cx="14572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Filter by category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391215" y="4008119"/>
            <a:ext cx="133346" cy="8001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000899" y="3933824"/>
            <a:ext cx="11429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Sort columns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000899" y="4008119"/>
            <a:ext cx="133346" cy="80010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5762480" y="4505325"/>
            <a:ext cx="5762480" cy="1733550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52976" y="4695824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029174" y="4831556"/>
            <a:ext cx="228594" cy="18573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448263" y="4800600"/>
            <a:ext cx="1238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Action Buttons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52976" y="5324474"/>
            <a:ext cx="981050" cy="438149"/>
          </a:xfrm>
          <a:prstGeom prst="roundRect">
            <a:avLst>
              <a:gd name="adj" fmla="val 3478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353016" y="5452782"/>
            <a:ext cx="190495" cy="16248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333966" y="5876925"/>
            <a:ext cx="228594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48323" y="5324474"/>
            <a:ext cx="981050" cy="438149"/>
          </a:xfrm>
          <a:prstGeom prst="roundRect">
            <a:avLst>
              <a:gd name="adj" fmla="val 3478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448363" y="5458385"/>
            <a:ext cx="190495" cy="15127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438839" y="5876925"/>
            <a:ext cx="209544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Edit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53196" y="5324474"/>
            <a:ext cx="981050" cy="438149"/>
          </a:xfrm>
          <a:prstGeom prst="roundRect">
            <a:avLst>
              <a:gd name="adj" fmla="val 3478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543711" y="5458385"/>
            <a:ext cx="190495" cy="15127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467513" y="5876925"/>
            <a:ext cx="352416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Delete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48543" y="5324474"/>
            <a:ext cx="981050" cy="438149"/>
          </a:xfrm>
          <a:prstGeom prst="roundRect">
            <a:avLst>
              <a:gd name="adj" fmla="val 3478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648583" y="5452782"/>
            <a:ext cx="190495" cy="16248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562860" y="5876925"/>
            <a:ext cx="361940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Import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353416" y="5324474"/>
            <a:ext cx="981050" cy="438149"/>
          </a:xfrm>
          <a:prstGeom prst="roundRect">
            <a:avLst>
              <a:gd name="adj" fmla="val 3478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0743931" y="5461186"/>
            <a:ext cx="190495" cy="14567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658208" y="5876925"/>
            <a:ext cx="361940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Export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13374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Adding a New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20109" y="247649"/>
            <a:ext cx="904852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0109" y="247649"/>
            <a:ext cx="90485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Steps 1-2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9129" y="12763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99" y="1352549"/>
            <a:ext cx="952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14" y="1266824"/>
            <a:ext cx="35146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Click "Add Product" Button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14" y="1552574"/>
            <a:ext cx="35146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DBEAFE"/>
                </a:solidFill>
                <a:latin typeface="Inter"/>
                <a:rFonts ascii="Inter" hAnsi="Inter" eastAsia="Inter" cs="Inter"/>
              </a:rPr>
              <a:t>Navigate to inventory and select the Add Product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21240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733" y="21240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22" y="2124075"/>
            <a:ext cx="231451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Fill in Product Details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2581275"/>
            <a:ext cx="5333866" cy="2638425"/>
          </a:xfrm>
          <a:prstGeom prst="roundRect">
            <a:avLst>
              <a:gd name="adj" fmla="val 866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-586439" y="3834447"/>
            <a:ext cx="26384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5327" y="277177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2903220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90615" y="2790824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Basic Information Tab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0615" y="3076574"/>
            <a:ext cx="18192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Core product details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450336"/>
            <a:ext cx="133346" cy="9067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04872" y="3400425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Product Name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38619" y="3400425"/>
            <a:ext cx="571485" cy="200025"/>
          </a:xfrm>
          <a:prstGeom prst="roundRect">
            <a:avLst>
              <a:gd name="adj" fmla="val 38095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8619" y="3400425"/>
            <a:ext cx="57148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92400E"/>
                </a:solidFill>
                <a:latin typeface="Inter"/>
                <a:rFonts ascii="Inter" hAnsi="Inter" eastAsia="Inter" cs="Inter"/>
              </a:rPr>
              <a:t>Required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3740276"/>
            <a:ext cx="133346" cy="10134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04872" y="3695699"/>
            <a:ext cx="2762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SKU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38619" y="3695699"/>
            <a:ext cx="571485" cy="200025"/>
          </a:xfrm>
          <a:prstGeom prst="roundRect">
            <a:avLst>
              <a:gd name="adj" fmla="val 38095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38619" y="3695699"/>
            <a:ext cx="57148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92400E"/>
                </a:solidFill>
                <a:latin typeface="Inter"/>
                <a:rFonts ascii="Inter" hAnsi="Inter" eastAsia="Inter" cs="Inter"/>
              </a:rPr>
              <a:t>Required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4023359"/>
            <a:ext cx="133346" cy="106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04872" y="3981449"/>
            <a:ext cx="5333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Barcode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52916" y="4000500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Optional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4303775"/>
            <a:ext cx="133346" cy="1173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04872" y="4267199"/>
            <a:ext cx="6000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Category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8143" y="4286250"/>
            <a:ext cx="5619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Dropdown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4589525"/>
            <a:ext cx="133346" cy="1173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04872" y="4552949"/>
            <a:ext cx="7429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Description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2916" y="4572000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Optional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95327" y="4880609"/>
            <a:ext cx="133346" cy="1066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04872" y="4838699"/>
            <a:ext cx="3809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Brand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2916" y="4857750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Optional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1095" y="2581275"/>
            <a:ext cx="5333866" cy="2638425"/>
          </a:xfrm>
          <a:prstGeom prst="roundRect">
            <a:avLst>
              <a:gd name="adj" fmla="val 866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4937923" y="3834447"/>
            <a:ext cx="26384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19689" y="277177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95887" y="2911792"/>
            <a:ext cx="228594" cy="17716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914977" y="2790824"/>
            <a:ext cx="12286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Pricing Tab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14977" y="3076574"/>
            <a:ext cx="12286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Cost and selling prices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19689" y="3400425"/>
            <a:ext cx="2400239" cy="933449"/>
          </a:xfrm>
          <a:prstGeom prst="roundRect">
            <a:avLst>
              <a:gd name="adj" fmla="val 1632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33986" y="3601605"/>
            <a:ext cx="133346" cy="1673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24481" y="3533774"/>
            <a:ext cx="7429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USD PRICING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3986" y="3781424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Cost Price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3986" y="4029075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Selling Price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34226" y="3400425"/>
            <a:ext cx="2400239" cy="933449"/>
          </a:xfrm>
          <a:prstGeom prst="roundRect">
            <a:avLst>
              <a:gd name="adj" fmla="val 1632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048523" y="3545966"/>
            <a:ext cx="133346" cy="12801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239019" y="3533774"/>
            <a:ext cx="7524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ZWL PRICING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48523" y="3781424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Cost Price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48523" y="4029075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Selling Price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19689" y="4492752"/>
            <a:ext cx="133346" cy="10134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29234" y="4448175"/>
            <a:ext cx="5524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Tax Rate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410564" y="4448175"/>
            <a:ext cx="923901" cy="190499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10564" y="4448175"/>
            <a:ext cx="9239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14.5% Default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19689" y="4770501"/>
            <a:ext cx="133346" cy="11734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629234" y="4733925"/>
            <a:ext cx="11239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Discount Allowed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43931" y="4752974"/>
            <a:ext cx="36194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Enable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1182070" y="4769303"/>
            <a:ext cx="152396" cy="119742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13374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Adding a New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82010" y="247649"/>
            <a:ext cx="942951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82010" y="247649"/>
            <a:ext cx="94295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Steps 3-4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33" y="11144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1114425"/>
            <a:ext cx="345748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Continue Filling Product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1571625"/>
            <a:ext cx="5333866" cy="2638425"/>
          </a:xfrm>
          <a:prstGeom prst="roundRect">
            <a:avLst>
              <a:gd name="adj" fmla="val 866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586439" y="2824797"/>
            <a:ext cx="26384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5327" y="17621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893570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90615" y="1781174"/>
            <a:ext cx="15049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Tab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0615" y="2066924"/>
            <a:ext cx="15049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Stock management settings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432685"/>
            <a:ext cx="133346" cy="106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04872" y="2390774"/>
            <a:ext cx="8953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Current Stock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7153" y="2409825"/>
            <a:ext cx="94295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Opening quantity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2731770"/>
            <a:ext cx="133346" cy="800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04872" y="2676524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Minimum Stock Level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0499" y="2695575"/>
            <a:ext cx="8096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Alert threshold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3017520"/>
            <a:ext cx="133346" cy="8001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04872" y="2962274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Maximum Stock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3331" y="2981325"/>
            <a:ext cx="10667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Optional upper limit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3389375"/>
            <a:ext cx="133346" cy="1173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04872" y="3352800"/>
            <a:ext cx="7619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Track 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43331" y="3371850"/>
            <a:ext cx="8381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Enable tracking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57708" y="3388178"/>
            <a:ext cx="152396" cy="11974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95327" y="3696843"/>
            <a:ext cx="133346" cy="11201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04872" y="3657600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Allow Negative Stock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24281" y="3657600"/>
            <a:ext cx="1085822" cy="200025"/>
          </a:xfrm>
          <a:prstGeom prst="roundRect">
            <a:avLst>
              <a:gd name="adj" fmla="val 38095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24281" y="3657600"/>
            <a:ext cx="108582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991B1B"/>
                </a:solidFill>
                <a:latin typeface="Inter"/>
                <a:rFonts ascii="Inter" hAnsi="Inter" eastAsia="Inter" cs="Inter"/>
              </a:rPr>
              <a:t>Not Recommended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1095" y="1571625"/>
            <a:ext cx="5333866" cy="2638425"/>
          </a:xfrm>
          <a:prstGeom prst="roundRect">
            <a:avLst>
              <a:gd name="adj" fmla="val 866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4937923" y="2824797"/>
            <a:ext cx="26384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19689" y="17621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95887" y="1893570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914977" y="1781174"/>
            <a:ext cx="1400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Advanced Tab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4977" y="2066924"/>
            <a:ext cx="14001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Optional tracking features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19689" y="2432685"/>
            <a:ext cx="133346" cy="1066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629234" y="2390774"/>
            <a:ext cx="9620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Serial Tracking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5772" y="2409825"/>
            <a:ext cx="12286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Unique serial numbers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19689" y="2707766"/>
            <a:ext cx="133346" cy="12801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29234" y="2676524"/>
            <a:ext cx="9620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Batch Tracking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15317" y="2695575"/>
            <a:ext cx="101914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Expiry/batch dates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19689" y="3006852"/>
            <a:ext cx="133346" cy="10134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629234" y="2962274"/>
            <a:ext cx="5333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Supplier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67673" y="2981325"/>
            <a:ext cx="126679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Select primary supplier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19689" y="3284600"/>
            <a:ext cx="133346" cy="11734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629234" y="3248024"/>
            <a:ext cx="5524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81990" y="3267075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Shelf/bin location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19689" y="3590924"/>
            <a:ext cx="4914777" cy="428625"/>
          </a:xfrm>
          <a:prstGeom prst="roundRect">
            <a:avLst>
              <a:gd name="adj" fmla="val 35555"/>
            </a:avLst>
          </a:prstGeom>
          <a:solidFill>
            <a:srgbClr val="EFF6FF"/>
          </a:solidFill>
          <a:ln w="8255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533986" y="3751325"/>
            <a:ext cx="133346" cy="11734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43531" y="3733799"/>
            <a:ext cx="321936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Advanced options are optional and depend on product type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6733" y="4438649"/>
            <a:ext cx="5333866" cy="1181099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 rot="16200000">
            <a:off x="142224" y="4963158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95327" y="46291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5327" y="46291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14417" y="4648200"/>
            <a:ext cx="11143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Save Product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95327" y="5150167"/>
            <a:ext cx="228594" cy="17716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238219" y="5048250"/>
            <a:ext cx="22383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"Save" button to add product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38219" y="5276850"/>
            <a:ext cx="22383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All tabs must be completed before saving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91095" y="4438649"/>
            <a:ext cx="5333866" cy="1181099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 Same Side Corner Rectangle 63"/>
          <p:cNvSpPr/>
          <p:nvPr/>
        </p:nvSpPr>
        <p:spPr>
          <a:xfrm rot="16200000">
            <a:off x="5666586" y="4963158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419689" y="46291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19689" y="46291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8779" y="4648200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Appears in List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419689" y="5141594"/>
            <a:ext cx="228594" cy="194309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762580" y="5048250"/>
            <a:ext cx="2600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Product added to inventory successfully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2580" y="5276850"/>
            <a:ext cx="26002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Available immediately in POS system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90515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Bulk Import Products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3.3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10858228" cy="609600"/>
          </a:xfrm>
          <a:prstGeom prst="roundRect">
            <a:avLst>
              <a:gd name="adj" fmla="val 375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322070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20" y="1304925"/>
            <a:ext cx="51052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Efficient Method: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Import multiple products at once using CSV template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1914525"/>
            <a:ext cx="2628834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218423" y="2362835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7228" y="20669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28" y="20669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19" y="2085975"/>
            <a:ext cx="9048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Import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28" y="2409825"/>
            <a:ext cx="22859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"Import" button in inventory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9864" y="1914525"/>
            <a:ext cx="2628834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2961554" y="2362835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00359" y="20669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359" y="20669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3251" y="2085975"/>
            <a:ext cx="14763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Download Template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359" y="2409825"/>
            <a:ext cx="22859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Get CSV template 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2996" y="1914525"/>
            <a:ext cx="2628834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704686" y="2362835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43491" y="20669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3491" y="20669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6382" y="2085975"/>
            <a:ext cx="10096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Open in Excel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3491" y="2409825"/>
            <a:ext cx="2285942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Open template in spreadsheet software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96127" y="1914525"/>
            <a:ext cx="2628834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8447817" y="2362835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86622" y="20669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86622" y="20669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514" y="2085975"/>
            <a:ext cx="5905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Fill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6622" y="2409825"/>
            <a:ext cx="2285942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Enter product data following headers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6733" y="3057525"/>
            <a:ext cx="2628834" cy="8382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313673" y="3410585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7228" y="32099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7228" y="32099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0119" y="3228975"/>
            <a:ext cx="9334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Save as 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228" y="3552825"/>
            <a:ext cx="22859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Save file in CSV format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09864" y="3057525"/>
            <a:ext cx="2628834" cy="8382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3056804" y="3410585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00359" y="32099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359" y="32099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43251" y="3228975"/>
            <a:ext cx="8667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Choose File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00359" y="3552825"/>
            <a:ext cx="22859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Select your CSV file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52996" y="3057525"/>
            <a:ext cx="2628834" cy="8382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5799936" y="3410585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43491" y="32099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43491" y="32099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86382" y="3228975"/>
            <a:ext cx="11905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Upload &amp; Import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43491" y="3552825"/>
            <a:ext cx="22859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"Upload and Import"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96127" y="3057525"/>
            <a:ext cx="2628834" cy="8382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 rot="16200000">
            <a:off x="8543067" y="3410585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086622" y="32099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86622" y="32099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29514" y="3228975"/>
            <a:ext cx="12953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Review Summary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86622" y="3552825"/>
            <a:ext cx="22859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Check total rows, imports, errors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66733" y="4048124"/>
            <a:ext cx="10858228" cy="1466849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 rot="16200000">
            <a:off x="-651" y="4715508"/>
            <a:ext cx="14668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95327" y="423862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5327" y="4238624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28714" y="4238624"/>
            <a:ext cx="99057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Confirm Import to Complete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428714" y="4619625"/>
            <a:ext cx="3200319" cy="704849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543011" y="4792611"/>
            <a:ext cx="171445" cy="14932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790655" y="4772025"/>
            <a:ext cx="7048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Total Rows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43011" y="5057775"/>
            <a:ext cx="29717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Number of products processed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781430" y="4619625"/>
            <a:ext cx="3200319" cy="704849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895727" y="4792611"/>
            <a:ext cx="171445" cy="14932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143371" y="4772025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Successful Imports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95727" y="5057775"/>
            <a:ext cx="29717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Products added successfully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34146" y="4619625"/>
            <a:ext cx="3200319" cy="704849"/>
          </a:xfrm>
          <a:prstGeom prst="roundRect">
            <a:avLst>
              <a:gd name="adj" fmla="val 2162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48443" y="4792611"/>
            <a:ext cx="171445" cy="149327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496087" y="4772025"/>
            <a:ext cx="3905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Errors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48443" y="5057775"/>
            <a:ext cx="29717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Failed imports (if any)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06697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Editing Products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3.4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10858228" cy="609600"/>
          </a:xfrm>
          <a:prstGeom prst="roundRect">
            <a:avLst>
              <a:gd name="adj" fmla="val 375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322070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20" y="1304925"/>
            <a:ext cx="57529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Update product information quickly - </a:t>
            </a: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changes sync instantly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across the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1914525"/>
            <a:ext cx="2047823" cy="2200275"/>
          </a:xfrm>
          <a:prstGeom prst="roundRect">
            <a:avLst>
              <a:gd name="adj" fmla="val 111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367364" y="2948622"/>
            <a:ext cx="2200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5327" y="21050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21050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57288" y="252412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571585" y="2701989"/>
            <a:ext cx="285742" cy="21577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8219" y="3238500"/>
            <a:ext cx="9429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Find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27" y="3543300"/>
            <a:ext cx="162873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Locate product in inventory 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66953" y="1914525"/>
            <a:ext cx="2047823" cy="2200275"/>
          </a:xfrm>
          <a:prstGeom prst="roundRect">
            <a:avLst>
              <a:gd name="adj" fmla="val 111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1832856" y="2948622"/>
            <a:ext cx="2200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95547" y="21050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95547" y="21050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508" y="252412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773486" y="2638425"/>
            <a:ext cx="282381" cy="3429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476538" y="3238500"/>
            <a:ext cx="8762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to Edit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5547" y="3543300"/>
            <a:ext cx="162873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product row or Edit button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67173" y="1914525"/>
            <a:ext cx="2047823" cy="2200275"/>
          </a:xfrm>
          <a:prstGeom prst="roundRect">
            <a:avLst>
              <a:gd name="adj" fmla="val 111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4033076" y="2948622"/>
            <a:ext cx="2200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295767" y="21050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95767" y="21050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7728" y="252412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972025" y="2715110"/>
            <a:ext cx="285742" cy="1895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610084" y="3238500"/>
            <a:ext cx="10191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Update Fields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5767" y="3543300"/>
            <a:ext cx="162873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Modify necessary information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76918" y="1914525"/>
            <a:ext cx="2047823" cy="2200275"/>
          </a:xfrm>
          <a:prstGeom prst="roundRect">
            <a:avLst>
              <a:gd name="adj" fmla="val 111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6242821" y="2948622"/>
            <a:ext cx="2200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05512" y="21050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05512" y="21050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57948" y="252412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72245" y="2699073"/>
            <a:ext cx="285742" cy="22160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781730" y="3238500"/>
            <a:ext cx="10667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Save Changes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05512" y="3543300"/>
            <a:ext cx="162873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Save to apply updates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77138" y="1914525"/>
            <a:ext cx="2047823" cy="2200275"/>
          </a:xfrm>
          <a:prstGeom prst="roundRect">
            <a:avLst>
              <a:gd name="adj" fmla="val 111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8443041" y="2948622"/>
            <a:ext cx="2200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705732" y="21050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05732" y="21050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58168" y="252412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372465" y="2687410"/>
            <a:ext cx="285742" cy="2449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953376" y="3238500"/>
            <a:ext cx="11334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Sync Complete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05732" y="3543300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Changes reflected in POS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6733" y="4343400"/>
            <a:ext cx="3514637" cy="876299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19129" y="4533900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95327" y="4674813"/>
            <a:ext cx="190495" cy="13727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276318" y="4533900"/>
            <a:ext cx="27526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Real-Time Sync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76318" y="4762500"/>
            <a:ext cx="2752656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All changes are instantly updated in the POS system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33766" y="4343400"/>
            <a:ext cx="3514637" cy="876299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486162" y="4533900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62360" y="4667810"/>
            <a:ext cx="190495" cy="15127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943351" y="4533900"/>
            <a:ext cx="27526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Audit Trail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43351" y="4762500"/>
            <a:ext cx="2752656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System maintains a record of all product modifications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10324" y="4343400"/>
            <a:ext cx="3514637" cy="876299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162720" y="4533900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38919" y="4673413"/>
            <a:ext cx="190495" cy="140073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619909" y="4533900"/>
            <a:ext cx="27526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No Downtime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19909" y="4762500"/>
            <a:ext cx="2752656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Edit products while system remains fully operational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52416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Stock Adjustments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3.5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10858228" cy="495299"/>
          </a:xfrm>
          <a:prstGeom prst="roundRect">
            <a:avLst>
              <a:gd name="adj" fmla="val 4615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81030" y="1204632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5822" y="1190625"/>
            <a:ext cx="56481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Maintain accurate inventory through regular stock counts, damage tracking, and transfers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1685925"/>
            <a:ext cx="3543211" cy="19049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219726" y="2572384"/>
            <a:ext cx="1904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7228" y="18383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28" y="18383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19" y="1857375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 Adjustment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2238935"/>
            <a:ext cx="190495" cy="1512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3921" y="2219324"/>
            <a:ext cx="27526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"Stock Adjustment" in Inventory menu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4241" y="1685925"/>
            <a:ext cx="3543211" cy="19049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437782" y="2572384"/>
            <a:ext cx="1904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14737" y="18383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4737" y="18383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7628" y="1857375"/>
            <a:ext cx="8762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Type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14737" y="2181225"/>
            <a:ext cx="3200319" cy="38099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4357258" y="23387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09984" y="2311853"/>
            <a:ext cx="152396" cy="11974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38579" y="2276474"/>
            <a:ext cx="7905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Stock Count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14737" y="2619374"/>
            <a:ext cx="3200319" cy="380999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4357258" y="2776853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09984" y="2747282"/>
            <a:ext cx="152396" cy="1251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38579" y="2714625"/>
            <a:ext cx="5333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Damage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14737" y="3057525"/>
            <a:ext cx="3200319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4357258" y="32150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09984" y="3199039"/>
            <a:ext cx="152396" cy="979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838579" y="3152775"/>
            <a:ext cx="5429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Transfer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81750" y="1685925"/>
            <a:ext cx="3543211" cy="19049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7095291" y="2572384"/>
            <a:ext cx="1904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72245" y="18383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72245" y="18383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5137" y="1857375"/>
            <a:ext cx="117154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Products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72245" y="2233332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438939" y="2219324"/>
            <a:ext cx="16573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Choose products to adjust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33" y="3705224"/>
            <a:ext cx="2628834" cy="1371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46973" y="4324984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57228" y="38576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7228" y="38576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00119" y="3876674"/>
            <a:ext cx="10762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Quantity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7228" y="4306515"/>
            <a:ext cx="190495" cy="5471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57228" y="4543425"/>
            <a:ext cx="22859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New count or adjustment quantity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09864" y="3705224"/>
            <a:ext cx="2628834" cy="1371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2790104" y="4324984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00359" y="38576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00359" y="38576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43251" y="3876674"/>
            <a:ext cx="9810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Reason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600359" y="4252632"/>
            <a:ext cx="190495" cy="16248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600359" y="4543425"/>
            <a:ext cx="22859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Document reason for adjustment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52996" y="3705224"/>
            <a:ext cx="2628834" cy="1371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5533236" y="4324984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343491" y="38576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43491" y="38576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86382" y="3876674"/>
            <a:ext cx="15049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 Adjustment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343491" y="4252632"/>
            <a:ext cx="190495" cy="16248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343491" y="4543425"/>
            <a:ext cx="22859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"Process Adjustment"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896127" y="3705224"/>
            <a:ext cx="2628834" cy="1371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 Same Side Corner Rectangle 63"/>
          <p:cNvSpPr/>
          <p:nvPr/>
        </p:nvSpPr>
        <p:spPr>
          <a:xfrm rot="16200000">
            <a:off x="8276367" y="4324984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086622" y="38576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86622" y="38576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29514" y="3876674"/>
            <a:ext cx="12191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Updates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086622" y="4258235"/>
            <a:ext cx="190495" cy="151279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086622" y="4543425"/>
            <a:ext cx="2285942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Stock levels updated, audit trail created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66733" y="5229225"/>
            <a:ext cx="3543211" cy="666750"/>
          </a:xfrm>
          <a:prstGeom prst="roundRect">
            <a:avLst>
              <a:gd name="adj" fmla="val 3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81030" y="53435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57228" y="5487240"/>
            <a:ext cx="190495" cy="131669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238219" y="5343525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Count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38219" y="5572125"/>
            <a:ext cx="16192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Physical inventory verification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24241" y="5229225"/>
            <a:ext cx="3543211" cy="666750"/>
          </a:xfrm>
          <a:prstGeom prst="roundRect">
            <a:avLst>
              <a:gd name="adj" fmla="val 3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438539" y="53435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4514737" y="5474633"/>
            <a:ext cx="190495" cy="156882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4895727" y="5343525"/>
            <a:ext cx="18192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Damage Tracking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95727" y="5572125"/>
            <a:ext cx="18192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Record damaged or expired items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81750" y="5229225"/>
            <a:ext cx="3543211" cy="666750"/>
          </a:xfrm>
          <a:prstGeom prst="roundRect">
            <a:avLst>
              <a:gd name="adj" fmla="val 3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096047" y="53435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172245" y="5477435"/>
            <a:ext cx="190495" cy="151279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553236" y="5343525"/>
            <a:ext cx="19049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Audit Trail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53236" y="5572125"/>
            <a:ext cx="19049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history of all adjustments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228594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Stock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3.6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10858228" cy="533399"/>
          </a:xfrm>
          <a:prstGeom prst="roundRect">
            <a:avLst>
              <a:gd name="adj" fmla="val 42857"/>
            </a:avLst>
          </a:prstGeom>
          <a:gradFill rotWithShape="1">
            <a:gsLst>
              <a:gs pos="0">
                <a:srgbClr val="FFF7ED"/>
              </a:gs>
              <a:gs pos="100000">
                <a:srgbClr val="FEF2F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466074" y="1238883"/>
            <a:ext cx="533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212056"/>
            <a:ext cx="228594" cy="1857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69149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</a:t>
            </a:r>
            <a:r>
              <a:rPr sz="956" b="1">
                <a:solidFill>
                  <a:srgbClr val="C2410C"/>
                </a:solidFill>
                <a:latin typeface="Inter"/>
                <a:rFonts ascii="Inter" hAnsi="Inter" eastAsia="Inter" cs="Inter"/>
              </a:rPr>
              <a:t>automatically monitors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stock levels and alerts when items fall below minimum threshold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1818798"/>
            <a:ext cx="228594" cy="1914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1525" y="1762125"/>
            <a:ext cx="186685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Low Stock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2181225"/>
            <a:ext cx="5333866" cy="866775"/>
          </a:xfrm>
          <a:prstGeom prst="roundRect">
            <a:avLst>
              <a:gd name="adj" fmla="val 263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299386" y="2548572"/>
            <a:ext cx="866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7228" y="2333624"/>
            <a:ext cx="476238" cy="561974"/>
          </a:xfrm>
          <a:prstGeom prst="roundRect">
            <a:avLst>
              <a:gd name="adj" fmla="val 3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2476" y="2480776"/>
            <a:ext cx="285742" cy="23909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181070" y="22955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1070" y="22955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7763" y="2333624"/>
            <a:ext cx="24478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Bell Icon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7763" y="2600325"/>
            <a:ext cx="24478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Instant alerts appear in notification bell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3162299"/>
            <a:ext cx="5333866" cy="866775"/>
          </a:xfrm>
          <a:prstGeom prst="roundRect">
            <a:avLst>
              <a:gd name="adj" fmla="val 263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299386" y="3529646"/>
            <a:ext cx="866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7228" y="3314700"/>
            <a:ext cx="476238" cy="561974"/>
          </a:xfrm>
          <a:prstGeom prst="roundRect">
            <a:avLst>
              <a:gd name="adj" fmla="val 3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52476" y="3470598"/>
            <a:ext cx="285742" cy="22160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47763" y="3314700"/>
            <a:ext cx="35813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Dashboard Display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7763" y="3581400"/>
            <a:ext cx="35813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"Low Stock Items" widget shows items needing attention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" y="4143375"/>
            <a:ext cx="5333866" cy="866775"/>
          </a:xfrm>
          <a:prstGeom prst="roundRect">
            <a:avLst>
              <a:gd name="adj" fmla="val 263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299386" y="4510722"/>
            <a:ext cx="866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7228" y="4295774"/>
            <a:ext cx="476238" cy="561974"/>
          </a:xfrm>
          <a:prstGeom prst="roundRect">
            <a:avLst>
              <a:gd name="adj" fmla="val 3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52476" y="4460421"/>
            <a:ext cx="285742" cy="2041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47763" y="4295774"/>
            <a:ext cx="34574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Email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7763" y="4562475"/>
            <a:ext cx="34574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Configure system to send automatic email notifications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191095" y="1825942"/>
            <a:ext cx="228594" cy="1771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95887" y="1762125"/>
            <a:ext cx="194305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Low Stock Report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1095" y="2181225"/>
            <a:ext cx="5333866" cy="1066799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723736" y="2648584"/>
            <a:ext cx="10667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81590" y="2352114"/>
            <a:ext cx="190495" cy="2297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648283" y="2352675"/>
            <a:ext cx="10858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 Report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81590" y="2676524"/>
            <a:ext cx="4990975" cy="41910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5887" y="2790824"/>
            <a:ext cx="47623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"Inventory"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→ </a:t>
            </a:r>
            <a:r>
              <a:rPr sz="837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"Low Stock Report"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1095" y="3362324"/>
            <a:ext cx="5333866" cy="220980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152235" y="4401184"/>
            <a:ext cx="2209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81590" y="3566832"/>
            <a:ext cx="190495" cy="1624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648283" y="3533774"/>
            <a:ext cx="1038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Report Shows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81590" y="3895724"/>
            <a:ext cx="4990975" cy="457200"/>
          </a:xfrm>
          <a:prstGeom prst="roundRect">
            <a:avLst>
              <a:gd name="adj" fmla="val 3333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95887" y="4067174"/>
            <a:ext cx="152396" cy="1143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724481" y="4029075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Products Below Minimum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81590" y="4429125"/>
            <a:ext cx="4990975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95887" y="4597853"/>
            <a:ext cx="152396" cy="11974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724481" y="4562475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Current Stock Quantity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81590" y="4962525"/>
            <a:ext cx="4990975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95887" y="5125810"/>
            <a:ext cx="152396" cy="13062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24481" y="5095874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Suggested Reorder Quantity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99087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Managing 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3.7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10858228" cy="533399"/>
          </a:xfrm>
          <a:prstGeom prst="roundRect">
            <a:avLst>
              <a:gd name="adj" fmla="val 4285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81030" y="1207770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3921" y="1190625"/>
            <a:ext cx="62577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Organize products by category for </a:t>
            </a: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easier navigation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and better inventory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1762125"/>
            <a:ext cx="10858228" cy="819149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23199" y="2105659"/>
            <a:ext cx="819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7228" y="19145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2023586"/>
            <a:ext cx="228594" cy="27717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90615" y="1962149"/>
            <a:ext cx="43337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0615" y="2190749"/>
            <a:ext cx="43337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"Categories"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under Inventory menu to view existing categories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2733674"/>
            <a:ext cx="3514637" cy="2181225"/>
          </a:xfrm>
          <a:prstGeom prst="roundRect">
            <a:avLst>
              <a:gd name="adj" fmla="val 10480"/>
            </a:avLst>
          </a:prstGeom>
          <a:solidFill>
            <a:srgbClr val="FFFFFF"/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129" y="292417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3055620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14417" y="3028950"/>
            <a:ext cx="11620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Category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129" y="3533774"/>
            <a:ext cx="190495" cy="190499"/>
          </a:xfrm>
          <a:prstGeom prst="roundRect">
            <a:avLst>
              <a:gd name="adj" fmla="val 99990000"/>
            </a:avLst>
          </a:prstGeom>
          <a:gradFill rotWithShape="1">
            <a:gsLst>
              <a:gs pos="0">
                <a:srgbClr val="3B82F6"/>
              </a:gs>
              <a:gs pos="100000">
                <a:srgbClr val="1E40A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29" y="353377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22" y="3514725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"Add Category"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129" y="3819524"/>
            <a:ext cx="190495" cy="190499"/>
          </a:xfrm>
          <a:prstGeom prst="roundRect">
            <a:avLst>
              <a:gd name="adj" fmla="val 99990000"/>
            </a:avLst>
          </a:prstGeom>
          <a:gradFill rotWithShape="1">
            <a:gsLst>
              <a:gs pos="0">
                <a:srgbClr val="3B82F6"/>
              </a:gs>
              <a:gs pos="100000">
                <a:srgbClr val="1E40A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129" y="38195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5822" y="3800475"/>
            <a:ext cx="13144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category name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129" y="4105274"/>
            <a:ext cx="190495" cy="190499"/>
          </a:xfrm>
          <a:prstGeom prst="roundRect">
            <a:avLst>
              <a:gd name="adj" fmla="val 99990000"/>
            </a:avLst>
          </a:prstGeom>
          <a:gradFill rotWithShape="1">
            <a:gsLst>
              <a:gs pos="0">
                <a:srgbClr val="3B82F6"/>
              </a:gs>
              <a:gs pos="100000">
                <a:srgbClr val="1E40A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129" y="410527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822" y="4086225"/>
            <a:ext cx="24859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parent category (if subcategory)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9129" y="4391025"/>
            <a:ext cx="190495" cy="190499"/>
          </a:xfrm>
          <a:prstGeom prst="roundRect">
            <a:avLst>
              <a:gd name="adj" fmla="val 99990000"/>
            </a:avLst>
          </a:prstGeom>
          <a:gradFill rotWithShape="1">
            <a:gsLst>
              <a:gs pos="0">
                <a:srgbClr val="3B82F6"/>
              </a:gs>
              <a:gs pos="100000">
                <a:srgbClr val="1E40A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129" y="43910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22" y="4371975"/>
            <a:ext cx="8000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"Save"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33766" y="2733674"/>
            <a:ext cx="3514637" cy="2181225"/>
          </a:xfrm>
          <a:prstGeom prst="roundRect">
            <a:avLst>
              <a:gd name="adj" fmla="val 1048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86162" y="292417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62360" y="3064192"/>
            <a:ext cx="228594" cy="1771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981450" y="3028950"/>
            <a:ext cx="11429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Edit Category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6162" y="3533774"/>
            <a:ext cx="190495" cy="190499"/>
          </a:xfrm>
          <a:prstGeom prst="roundRect">
            <a:avLst>
              <a:gd name="adj" fmla="val 99990000"/>
            </a:avLst>
          </a:prstGeom>
          <a:gradFill rotWithShape="1">
            <a:gsLst>
              <a:gs pos="0">
                <a:srgbClr val="3B82F6"/>
              </a:gs>
              <a:gs pos="100000">
                <a:srgbClr val="1E40A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6162" y="353377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2856" y="3514725"/>
            <a:ext cx="14953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on category name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6162" y="3819524"/>
            <a:ext cx="190495" cy="190499"/>
          </a:xfrm>
          <a:prstGeom prst="roundRect">
            <a:avLst>
              <a:gd name="adj" fmla="val 99990000"/>
            </a:avLst>
          </a:prstGeom>
          <a:gradFill rotWithShape="1">
            <a:gsLst>
              <a:gs pos="0">
                <a:srgbClr val="3B82F6"/>
              </a:gs>
              <a:gs pos="100000">
                <a:srgbClr val="1E40A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6162" y="38195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2856" y="3800475"/>
            <a:ext cx="1600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Update details as needed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86162" y="4105274"/>
            <a:ext cx="190495" cy="190499"/>
          </a:xfrm>
          <a:prstGeom prst="roundRect">
            <a:avLst>
              <a:gd name="adj" fmla="val 99990000"/>
            </a:avLst>
          </a:prstGeom>
          <a:gradFill rotWithShape="1">
            <a:gsLst>
              <a:gs pos="0">
                <a:srgbClr val="3B82F6"/>
              </a:gs>
              <a:gs pos="100000">
                <a:srgbClr val="1E40A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6162" y="410527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2856" y="4086225"/>
            <a:ext cx="8000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"Save"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486162" y="4617910"/>
            <a:ext cx="133346" cy="9867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657608" y="4591050"/>
            <a:ext cx="13429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Changes reflect instantly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10324" y="2733674"/>
            <a:ext cx="3514637" cy="2181225"/>
          </a:xfrm>
          <a:prstGeom prst="roundRect">
            <a:avLst>
              <a:gd name="adj" fmla="val 10480"/>
            </a:avLst>
          </a:prstGeom>
          <a:solidFill>
            <a:srgbClr val="FFFFFF"/>
          </a:solidFill>
          <a:ln w="330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62720" y="292417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38919" y="3064192"/>
            <a:ext cx="228594" cy="17716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658008" y="3028950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Delete Category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62720" y="3533774"/>
            <a:ext cx="190495" cy="190499"/>
          </a:xfrm>
          <a:prstGeom prst="roundRect">
            <a:avLst>
              <a:gd name="adj" fmla="val 99990000"/>
            </a:avLst>
          </a:prstGeom>
          <a:gradFill rotWithShape="1">
            <a:gsLst>
              <a:gs pos="0">
                <a:srgbClr val="3B82F6"/>
              </a:gs>
              <a:gs pos="100000">
                <a:srgbClr val="1E40A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62720" y="353377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29414" y="3514725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Ensure no products assigned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62720" y="3819524"/>
            <a:ext cx="190495" cy="190499"/>
          </a:xfrm>
          <a:prstGeom prst="roundRect">
            <a:avLst>
              <a:gd name="adj" fmla="val 99990000"/>
            </a:avLst>
          </a:prstGeom>
          <a:gradFill rotWithShape="1">
            <a:gsLst>
              <a:gs pos="0">
                <a:srgbClr val="3B82F6"/>
              </a:gs>
              <a:gs pos="100000">
                <a:srgbClr val="1E40A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62720" y="38195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29414" y="3800475"/>
            <a:ext cx="8953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"Delete"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62720" y="4105274"/>
            <a:ext cx="190495" cy="190499"/>
          </a:xfrm>
          <a:prstGeom prst="roundRect">
            <a:avLst>
              <a:gd name="adj" fmla="val 99990000"/>
            </a:avLst>
          </a:prstGeom>
          <a:gradFill rotWithShape="1">
            <a:gsLst>
              <a:gs pos="0">
                <a:srgbClr val="3B82F6"/>
              </a:gs>
              <a:gs pos="100000">
                <a:srgbClr val="1E40A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62720" y="410527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29414" y="4086225"/>
            <a:ext cx="10477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Confirm deletion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162720" y="4611243"/>
            <a:ext cx="133346" cy="11201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334166" y="4591050"/>
            <a:ext cx="16858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Cannot delete if products exist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66733" y="5067299"/>
            <a:ext cx="10858228" cy="761999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 Same Side Corner Rectangle 63"/>
          <p:cNvSpPr/>
          <p:nvPr/>
        </p:nvSpPr>
        <p:spPr>
          <a:xfrm rot="16200000">
            <a:off x="351774" y="53822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57228" y="5290857"/>
            <a:ext cx="190495" cy="162485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162020" y="5219700"/>
            <a:ext cx="82198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Best Practice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62020" y="5486400"/>
            <a:ext cx="82198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Create a clear category hierarchy (Parent → Subcategories) to organize products efficiently and improve navigation in POS system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