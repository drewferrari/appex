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12.png"/><Relationship Id="rId9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Relationship Id="rId13" Type="http://schemas.openxmlformats.org/officeDocument/2006/relationships/image" Target="../media/image64.png"/><Relationship Id="rId14" Type="http://schemas.openxmlformats.org/officeDocument/2006/relationships/image" Target="../media/image65.png"/><Relationship Id="rId15" Type="http://schemas.openxmlformats.org/officeDocument/2006/relationships/image" Target="../media/image66.png"/><Relationship Id="rId16" Type="http://schemas.openxmlformats.org/officeDocument/2006/relationships/image" Target="../media/image6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39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82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Relationship Id="rId11" Type="http://schemas.openxmlformats.org/officeDocument/2006/relationships/image" Target="../media/image9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102.png"/><Relationship Id="rId10" Type="http://schemas.openxmlformats.org/officeDocument/2006/relationships/image" Target="../media/image103.png"/><Relationship Id="rId11" Type="http://schemas.openxmlformats.org/officeDocument/2006/relationships/image" Target="../media/image104.png"/><Relationship Id="rId12" Type="http://schemas.openxmlformats.org/officeDocument/2006/relationships/image" Target="../media/image10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Relationship Id="rId8" Type="http://schemas.openxmlformats.org/officeDocument/2006/relationships/image" Target="../media/image118.png"/><Relationship Id="rId9" Type="http://schemas.openxmlformats.org/officeDocument/2006/relationships/image" Target="../media/image119.png"/><Relationship Id="rId10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DC262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29314" y="30479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DC262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562100"/>
            <a:ext cx="1676358" cy="419100"/>
          </a:xfrm>
          <a:prstGeom prst="roundRect">
            <a:avLst>
              <a:gd name="adj" fmla="val 454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562100"/>
            <a:ext cx="1676358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SECTIONS 9-13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Reports, Settings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&amp; System Configuration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7775"/>
            <a:ext cx="228594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5029200"/>
            <a:ext cx="36003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Complete System Configuration &amp; Analytics Guide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4681" y="1447800"/>
            <a:ext cx="2800279" cy="3962399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809522" y="3362959"/>
            <a:ext cx="3962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573" y="175259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573" y="21717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330767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9059" y="2171700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Reports &amp;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059" y="2419349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Sales &amp;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573" y="28765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027045"/>
            <a:ext cx="228594" cy="19430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39059" y="2876549"/>
            <a:ext cx="158111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Configuration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9059" y="3352800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Setup &amp; Preferences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573" y="37337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71436"/>
            <a:ext cx="228594" cy="2200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39059" y="3733799"/>
            <a:ext cx="120964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Troubleshooting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9059" y="3981449"/>
            <a:ext cx="12096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Common Issues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4438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614862"/>
            <a:ext cx="228594" cy="1428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39059" y="4438649"/>
            <a:ext cx="158111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Shortcuts &amp; 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59" y="4914900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Quick Access Guide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50541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Accessing Reports &amp; Sales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9.1 - 9.2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4057548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24477" y="1829434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9254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247775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Accessing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668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99" y="1704975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18" y="1647825"/>
            <a:ext cx="21525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"Reports"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2905124"/>
            <a:ext cx="4057548" cy="3724274"/>
          </a:xfrm>
          <a:prstGeom prst="roundRect">
            <a:avLst>
              <a:gd name="adj" fmla="val 61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1129364" y="4701221"/>
            <a:ext cx="3724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95327" y="3147732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62020" y="3095625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How to Run Daily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34956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27" y="34956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9169" y="3476624"/>
            <a:ext cx="27717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"Sales Reports" → "Daily Summary"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38195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27" y="38195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169" y="3800475"/>
            <a:ext cx="7143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41433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327" y="41433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169" y="4124324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"Generate Report"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27" y="44672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5327" y="44672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169" y="4448175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on screen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5327" y="47910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52476" y="4859914"/>
            <a:ext cx="114297" cy="90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19169" y="4772025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to </a:t>
            </a: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PDF/Excel/Print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14777" y="1038224"/>
            <a:ext cx="6610184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105272" y="1330642"/>
            <a:ext cx="228594" cy="17716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410064" y="1285875"/>
            <a:ext cx="2638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Daily Sales Summary Shows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05272" y="1724024"/>
            <a:ext cx="2000199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219569" y="1902541"/>
            <a:ext cx="171445" cy="13826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219569" y="2143125"/>
            <a:ext cx="17716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13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Sales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9569" y="2314575"/>
            <a:ext cx="17716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Amount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19769" y="1724024"/>
            <a:ext cx="2000199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334066" y="1897011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334066" y="2143125"/>
            <a:ext cx="17716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13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Transactions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4066" y="2314575"/>
            <a:ext cx="17716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Count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34266" y="1724024"/>
            <a:ext cx="2000199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448563" y="1921899"/>
            <a:ext cx="171445" cy="9955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448563" y="2143125"/>
            <a:ext cx="17716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13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Average Value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8563" y="2314575"/>
            <a:ext cx="17716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 Sale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05272" y="2733674"/>
            <a:ext cx="3057448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219569" y="2905124"/>
            <a:ext cx="152396" cy="1143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448163" y="2867025"/>
            <a:ext cx="16668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Sales by Payment Method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19569" y="3152775"/>
            <a:ext cx="2762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Cash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67433" y="3152775"/>
            <a:ext cx="37146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$1,245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9569" y="3343275"/>
            <a:ext cx="4762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EcoCash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53156" y="3343275"/>
            <a:ext cx="2952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$890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19569" y="3533774"/>
            <a:ext cx="2571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53156" y="3533774"/>
            <a:ext cx="2952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$456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77018" y="2733674"/>
            <a:ext cx="3057448" cy="1143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91315" y="2896960"/>
            <a:ext cx="152396" cy="13062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619909" y="2867025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Sales by Hour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91315" y="3609975"/>
            <a:ext cx="2381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9am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39019" y="3609975"/>
            <a:ext cx="2857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12pm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4346" y="3609975"/>
            <a:ext cx="2381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5pm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991575" y="3609975"/>
            <a:ext cx="2285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7pm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105272" y="3990974"/>
            <a:ext cx="6229194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229094" y="4166507"/>
            <a:ext cx="152396" cy="125185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457688" y="4133849"/>
            <a:ext cx="13525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Top-Selling Products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229094" y="4419600"/>
            <a:ext cx="1943051" cy="4952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05292" y="4495799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1. T-Bone Steak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05292" y="464820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$485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48343" y="4419600"/>
            <a:ext cx="1943051" cy="4952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24541" y="4495799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2. Ground Beef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24541" y="464820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$320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67593" y="4419600"/>
            <a:ext cx="1943051" cy="495299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343791" y="4495799"/>
            <a:ext cx="17906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3. Pork Chops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343791" y="464820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$245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02917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Sales Reports - Period &amp; Product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385887"/>
            <a:ext cx="228594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15" y="1333500"/>
            <a:ext cx="17811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Period Comparison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573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0099" y="1895474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318" y="1857375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"Period Comparison"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318" y="2085975"/>
            <a:ext cx="20668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From Sales Reports menu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3907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0575" y="242887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76318" y="2390774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First Period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76318" y="2676524"/>
            <a:ext cx="1466813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15" y="2762249"/>
            <a:ext cx="1238219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e.g., Jan 1-31, 2024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3133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1050" y="317182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76318" y="3133724"/>
            <a:ext cx="15715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Second Period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76318" y="3419474"/>
            <a:ext cx="1571585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15" y="3505199"/>
            <a:ext cx="1257268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e.g., Feb 1-28, 2024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38766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1050" y="391477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6318" y="3876674"/>
            <a:ext cx="123821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"Compare"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327" y="4257675"/>
            <a:ext cx="4914777" cy="742950"/>
          </a:xfrm>
          <a:prstGeom prst="roundRect">
            <a:avLst>
              <a:gd name="adj" fmla="val 20512"/>
            </a:avLst>
          </a:prstGeom>
          <a:gradFill rotWithShape="1">
            <a:gsLst>
              <a:gs pos="0">
                <a:srgbClr val="F0FDF4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4458007"/>
            <a:ext cx="171445" cy="13273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57268" y="4371975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Results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7268" y="4581524"/>
            <a:ext cx="16858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Comparison charts &amp; 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7268" y="4733925"/>
            <a:ext cx="16858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Percentage change highlighted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1095" y="1038224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3709198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19689" y="12287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95887" y="1368742"/>
            <a:ext cx="228594" cy="17716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14977" y="1333500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Performance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19689" y="18573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461" y="1895474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00679" y="1857375"/>
            <a:ext cx="22287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"Product Performance"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00679" y="2085975"/>
            <a:ext cx="222879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From Sales Reports menu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9689" y="23907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4937" y="242887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00679" y="2390774"/>
            <a:ext cx="13429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Date Range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19689" y="2771775"/>
            <a:ext cx="4914777" cy="1695449"/>
          </a:xfrm>
          <a:prstGeom prst="roundRect">
            <a:avLst>
              <a:gd name="adj" fmla="val 8988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43511" y="2895600"/>
            <a:ext cx="46671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Reports: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43511" y="3162299"/>
            <a:ext cx="4667133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19709" y="3293745"/>
            <a:ext cx="133346" cy="8001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829254" y="3238500"/>
            <a:ext cx="13048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Top-selling products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43511" y="3581400"/>
            <a:ext cx="4667133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19709" y="3712845"/>
            <a:ext cx="133346" cy="8001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829254" y="3657600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Slow-moving products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43511" y="4000500"/>
            <a:ext cx="4667133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19709" y="4121277"/>
            <a:ext cx="133346" cy="101346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829254" y="4076699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Profit margin by product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19689" y="4581524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33986" y="4744810"/>
            <a:ext cx="152396" cy="13062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762580" y="4733925"/>
            <a:ext cx="319079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Tip: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Use to identify best performers and optimize inventory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6384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Processing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124321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34969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1314450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Yield 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764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8764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169" y="1857375"/>
            <a:ext cx="18287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"Processing Reports"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169" y="2047874"/>
            <a:ext cx="18287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→ "Yield Analysis"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3145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327" y="23145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169" y="2295525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date range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6574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327" y="26574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169" y="2638425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processing batches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" y="2981325"/>
            <a:ext cx="4705232" cy="1181099"/>
          </a:xfrm>
          <a:prstGeom prst="roundRect">
            <a:avLst>
              <a:gd name="adj" fmla="val 12903"/>
            </a:avLst>
          </a:prstGeom>
          <a:gradFill rotWithShape="1">
            <a:gsLst>
              <a:gs pos="0">
                <a:srgbClr val="F0FDF4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624" y="3095625"/>
            <a:ext cx="44766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Compare Results: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3413569"/>
            <a:ext cx="133346" cy="8801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00119" y="3381375"/>
            <a:ext cx="132394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Actual vs Expected yield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3661219"/>
            <a:ext cx="133346" cy="8801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00119" y="3629025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Waste percentage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9624" y="3908869"/>
            <a:ext cx="133346" cy="88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00119" y="3876674"/>
            <a:ext cx="1038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Improvement areas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1550" y="1000125"/>
            <a:ext cx="5543411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499653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210144" y="11906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05392" y="1356836"/>
            <a:ext cx="228594" cy="16287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43531" y="1314450"/>
            <a:ext cx="20192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Processing Efficiency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0144" y="1857375"/>
            <a:ext cx="1628734" cy="952499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905452" y="2041207"/>
            <a:ext cx="228594" cy="16573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686382" y="2352675"/>
            <a:ext cx="6667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Operator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3986" y="2543175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Staff performance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3176" y="1857375"/>
            <a:ext cx="1628734" cy="952499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658008" y="2026920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467513" y="2352675"/>
            <a:ext cx="6095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Product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9889" y="2543175"/>
            <a:ext cx="7048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Item analysis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705732" y="1857375"/>
            <a:ext cx="1628734" cy="952499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401039" y="2025491"/>
            <a:ext cx="228594" cy="19716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248643" y="2352675"/>
            <a:ext cx="53338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 Period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53396" y="2543175"/>
            <a:ext cx="7429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Time tracking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0144" y="2962274"/>
            <a:ext cx="5124321" cy="1314450"/>
          </a:xfrm>
          <a:prstGeom prst="roundRect">
            <a:avLst>
              <a:gd name="adj" fmla="val 11594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72065" y="3207774"/>
            <a:ext cx="171445" cy="99551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619709" y="3162299"/>
            <a:ext cx="19621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 Improvement Over 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72065" y="3638550"/>
            <a:ext cx="228594" cy="28575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72065" y="3962399"/>
            <a:ext cx="3809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Week 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19829" y="3543300"/>
            <a:ext cx="228594" cy="380999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19829" y="3962399"/>
            <a:ext cx="4095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Week 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86642" y="3429000"/>
            <a:ext cx="228594" cy="495299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22C55E"/>
              </a:gs>
              <a:gs pos="100000">
                <a:srgbClr val="86EFAC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86642" y="3962399"/>
            <a:ext cx="4095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Week 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62980" y="3314700"/>
            <a:ext cx="228594" cy="6096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16A34A"/>
              </a:gs>
              <a:gs pos="100000">
                <a:srgbClr val="4ADE80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62980" y="3962399"/>
            <a:ext cx="4095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Week 4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10144" y="4391025"/>
            <a:ext cx="5124321" cy="38099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05392" y="4522850"/>
            <a:ext cx="133346" cy="11734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514937" y="4505325"/>
            <a:ext cx="22859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Identify top performers &amp; optimize training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33366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Inventory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6289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81677" y="2248535"/>
            <a:ext cx="2628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2808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6318" y="1238249"/>
            <a:ext cx="10572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Status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1775732"/>
            <a:ext cx="152396" cy="87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1724024"/>
            <a:ext cx="19240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All products with current stock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2080532"/>
            <a:ext cx="152396" cy="870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85822" y="2028825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Filter by category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2385332"/>
            <a:ext cx="152396" cy="870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5822" y="2333624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Low stock items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2690132"/>
            <a:ext cx="152396" cy="870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85822" y="2638425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Out of stock items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2994932"/>
            <a:ext cx="152396" cy="870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85822" y="2943225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to Excel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045" y="1000125"/>
            <a:ext cx="5352916" cy="2628900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4923635" y="2248535"/>
            <a:ext cx="2628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62540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38739" y="1286435"/>
            <a:ext cx="190495" cy="15127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781630" y="1238249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Valuation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62540" y="1775732"/>
            <a:ext cx="152396" cy="870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91135" y="1724024"/>
            <a:ext cx="19049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Method: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FIFO or Average cost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62540" y="2080532"/>
            <a:ext cx="152396" cy="870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91135" y="2028825"/>
            <a:ext cx="13048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 inventory value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62540" y="2385332"/>
            <a:ext cx="152396" cy="870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91135" y="2333624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Category breakdown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62540" y="2690132"/>
            <a:ext cx="152396" cy="870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591135" y="2638425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Compare to previous period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6733" y="3771900"/>
            <a:ext cx="5352916" cy="232410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-429277" y="4867910"/>
            <a:ext cx="2324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7228" y="3924299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33426" y="4051206"/>
            <a:ext cx="190495" cy="16528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276318" y="4019549"/>
            <a:ext cx="11334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Expiry Report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4547507"/>
            <a:ext cx="152396" cy="8708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85822" y="4495799"/>
            <a:ext cx="14953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Products by expiry date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4852307"/>
            <a:ext cx="152396" cy="870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85822" y="4800600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Filter by days to expiry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5157107"/>
            <a:ext cx="152396" cy="8708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85822" y="5105400"/>
            <a:ext cx="20573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Take action on expiring products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72045" y="3771900"/>
            <a:ext cx="5352916" cy="232410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5076035" y="4867910"/>
            <a:ext cx="23241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62540" y="3924299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438739" y="4072217"/>
            <a:ext cx="190495" cy="12326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81630" y="4019549"/>
            <a:ext cx="16573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Movement Analysis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4547507"/>
            <a:ext cx="152396" cy="870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591135" y="4495799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Stock in/out by product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4852307"/>
            <a:ext cx="152396" cy="87085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6591135" y="4800600"/>
            <a:ext cx="16477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Identify fast-moving items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5157107"/>
            <a:ext cx="152396" cy="8708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91135" y="5105400"/>
            <a:ext cx="17049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Identify slow-moving items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362540" y="5461907"/>
            <a:ext cx="152396" cy="8708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591135" y="5410199"/>
            <a:ext cx="14668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Forecast reorder needs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21936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Financial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335404"/>
            <a:ext cx="228594" cy="2057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1314450"/>
            <a:ext cx="11715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Profit &amp;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764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8764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169" y="1857375"/>
            <a:ext cx="16858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"Financial Reports"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169" y="2047874"/>
            <a:ext cx="16858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→ "Profit &amp; Loss"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3336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327" y="23336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169" y="2314575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date range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676524"/>
            <a:ext cx="4914777" cy="1590675"/>
          </a:xfrm>
          <a:prstGeom prst="roundRect">
            <a:avLst>
              <a:gd name="adj" fmla="val 9580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108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9149" y="2800350"/>
            <a:ext cx="46671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Report: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3103625"/>
            <a:ext cx="133346" cy="11734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209644" y="3086100"/>
            <a:ext cx="7619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Sales revenue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390815" y="3103625"/>
            <a:ext cx="133346" cy="1173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81310" y="3086100"/>
            <a:ext cx="10191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Cost of goods sold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3370325"/>
            <a:ext cx="133346" cy="11734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09644" y="3352800"/>
            <a:ext cx="638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Gross profit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390815" y="3370325"/>
            <a:ext cx="133346" cy="1173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581310" y="3352800"/>
            <a:ext cx="8667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Gross margin %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3637025"/>
            <a:ext cx="133346" cy="1173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09644" y="3619499"/>
            <a:ext cx="92390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Processing costs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390815" y="3637025"/>
            <a:ext cx="133346" cy="1173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581310" y="3619499"/>
            <a:ext cx="65720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Waste costs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62200" y="3952874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→ Net Profit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19689" y="11906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1341120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53076" y="1314450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Daily Cash Up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19689" y="18764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19689" y="18764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3531" y="1857375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"Daily Cash Up"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3531" y="2047874"/>
            <a:ext cx="14763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From Financial 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9689" y="23336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689" y="23336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43531" y="2314575"/>
            <a:ext cx="7238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date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19689" y="2676524"/>
            <a:ext cx="4914777" cy="1543050"/>
          </a:xfrm>
          <a:prstGeom prst="roundRect">
            <a:avLst>
              <a:gd name="adj" fmla="val 9876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43511" y="2800350"/>
            <a:ext cx="4667133" cy="380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 rot="16200000">
            <a:off x="6402542" y="2941319"/>
            <a:ext cx="380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67333" y="2914650"/>
            <a:ext cx="15049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Expected cash from system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982050" y="2937509"/>
            <a:ext cx="133346" cy="106680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6543511" y="3257550"/>
            <a:ext cx="4667133" cy="380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6402542" y="3398519"/>
            <a:ext cx="380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67333" y="3371850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Actual cash counted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982050" y="3397377"/>
            <a:ext cx="133346" cy="101346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6543511" y="3714750"/>
            <a:ext cx="4667133" cy="380999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 Same Side Corner Rectangle 56"/>
          <p:cNvSpPr/>
          <p:nvPr/>
        </p:nvSpPr>
        <p:spPr>
          <a:xfrm rot="16200000">
            <a:off x="6402542" y="3855719"/>
            <a:ext cx="380999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67333" y="3829050"/>
            <a:ext cx="4762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Variance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982050" y="3859910"/>
            <a:ext cx="133346" cy="90678"/>
          </a:xfrm>
          <a:prstGeom prst="rect">
            <a:avLst/>
          </a:prstGeom>
        </p:spPr>
      </p:pic>
      <p:sp>
        <p:nvSpPr>
          <p:cNvPr id="60" name="Rounded Rectangle 59"/>
          <p:cNvSpPr/>
          <p:nvPr/>
        </p:nvSpPr>
        <p:spPr>
          <a:xfrm>
            <a:off x="6419689" y="43529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19689" y="43529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43531" y="4333875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Manager sign-off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3531" y="4543425"/>
            <a:ext cx="15906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Confirms cash up completion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38129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Customer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9.6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280832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6318" y="1238249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Purchase History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7049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17049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20" y="1704975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"Purchase History"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0288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28" y="20288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2020" y="2028825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customer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23526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28" y="23526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2020" y="2352675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all transactions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28" y="2676524"/>
            <a:ext cx="3171745" cy="38099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476" y="2771775"/>
            <a:ext cx="8762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to PDF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800379" y="2808350"/>
            <a:ext cx="133346" cy="117348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1851869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4261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00459" y="1283633"/>
            <a:ext cx="190495" cy="15688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943351" y="1238249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Top Customers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4261" y="17049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24261" y="17049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9054" y="1704975"/>
            <a:ext cx="15144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"Top Customers"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4261" y="20288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4261" y="20288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29054" y="2028825"/>
            <a:ext cx="11048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date range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4261" y="2352675"/>
            <a:ext cx="3171745" cy="819149"/>
          </a:xfrm>
          <a:prstGeom prst="roundRect">
            <a:avLst>
              <a:gd name="adj" fmla="val 1860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9509" y="2447924"/>
            <a:ext cx="29812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39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rankings by: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19509" y="2712720"/>
            <a:ext cx="133346" cy="8001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810004" y="2676524"/>
            <a:ext cx="7143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Sales volume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619509" y="2922650"/>
            <a:ext cx="133346" cy="11734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810004" y="2905124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Purchase frequency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528427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00819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77018" y="1280832"/>
            <a:ext cx="190495" cy="16248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619909" y="1238249"/>
            <a:ext cx="12191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Loyalty Report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00819" y="17049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00819" y="17049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5612" y="1704975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"Loyalty"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00819" y="2028825"/>
            <a:ext cx="3171745" cy="1047749"/>
          </a:xfrm>
          <a:prstGeom prst="roundRect">
            <a:avLst>
              <a:gd name="adj" fmla="val 14545"/>
            </a:avLst>
          </a:prstGeom>
          <a:gradFill rotWithShape="1">
            <a:gsLst>
              <a:gs pos="0">
                <a:srgbClr val="FFFBEB"/>
              </a:gs>
              <a:gs pos="100000">
                <a:srgbClr val="FEFCE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96067" y="2124075"/>
            <a:ext cx="29812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39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View insights: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296067" y="2370200"/>
            <a:ext cx="133346" cy="11734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486562" y="2352675"/>
            <a:ext cx="7429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Points earned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96067" y="2598800"/>
            <a:ext cx="133346" cy="1173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486562" y="2581275"/>
            <a:ext cx="9143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Points redeemed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96067" y="2827400"/>
            <a:ext cx="133346" cy="11734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486562" y="2809875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Tier distribution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455283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Settings &amp;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77198" y="247649"/>
            <a:ext cx="1447763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77198" y="247649"/>
            <a:ext cx="144776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10.1 - 10.3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4800479" cy="1143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161273" y="1505585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81099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309407"/>
            <a:ext cx="190495" cy="1624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14417" y="1152524"/>
            <a:ext cx="32193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Accessing Settings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14417" y="1501902"/>
            <a:ext cx="133346" cy="1013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85862" y="1457325"/>
            <a:ext cx="30479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Profile Icon</a:t>
            </a: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(top right) → Select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"Settings"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2295525"/>
            <a:ext cx="4800479" cy="4333875"/>
          </a:xfrm>
          <a:prstGeom prst="roundRect">
            <a:avLst>
              <a:gd name="adj" fmla="val 527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1434164" y="4396422"/>
            <a:ext cx="43338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228" y="24479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3426" y="2581835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14417" y="2533649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Business Profile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57228" y="3054803"/>
            <a:ext cx="152396" cy="11974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5822" y="3019424"/>
            <a:ext cx="121916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Edit business name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7228" y="3359603"/>
            <a:ext cx="152396" cy="1197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85822" y="3324225"/>
            <a:ext cx="17239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Update contact information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3664403"/>
            <a:ext cx="152396" cy="11974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85822" y="3629025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Change logo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7228" y="3963760"/>
            <a:ext cx="152396" cy="1306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85822" y="3933824"/>
            <a:ext cx="14477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Update business hours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57228" y="4267199"/>
            <a:ext cx="152396" cy="13334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85822" y="4238624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holiday closures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57708" y="1000125"/>
            <a:ext cx="5867253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810104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86302" y="1323134"/>
            <a:ext cx="190495" cy="1540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229194" y="1276350"/>
            <a:ext cx="22668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Butchery-Specific Settings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10104" y="1743075"/>
            <a:ext cx="2724081" cy="1276350"/>
          </a:xfrm>
          <a:prstGeom prst="roundRect">
            <a:avLst>
              <a:gd name="adj" fmla="val 11940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8100000"/>
          </a:gra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933926" y="1915885"/>
            <a:ext cx="152396" cy="1306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43471" y="1885950"/>
            <a:ext cx="13048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Processing Defaults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933926" y="2214129"/>
            <a:ext cx="114297" cy="675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086322" y="2171700"/>
            <a:ext cx="12477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Default waste % by cut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933926" y="2404629"/>
            <a:ext cx="114297" cy="6754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86322" y="2362199"/>
            <a:ext cx="138109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Default yield percentages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933926" y="2595129"/>
            <a:ext cx="114297" cy="675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86322" y="2552700"/>
            <a:ext cx="8096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Processing fee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933926" y="2785629"/>
            <a:ext cx="114297" cy="6754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86322" y="2743200"/>
            <a:ext cx="14858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Quality check requirements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48483" y="1743075"/>
            <a:ext cx="2724081" cy="1276350"/>
          </a:xfrm>
          <a:prstGeom prst="roundRect">
            <a:avLst>
              <a:gd name="adj" fmla="val 11940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72305" y="1915885"/>
            <a:ext cx="152396" cy="13062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981850" y="1885950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Freshness Settings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772305" y="2214129"/>
            <a:ext cx="114297" cy="6754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924701" y="2171700"/>
            <a:ext cx="15525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Default shelf life by category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772305" y="2404629"/>
            <a:ext cx="114297" cy="6754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924701" y="2362199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Alert days before expiry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772305" y="2595129"/>
            <a:ext cx="114297" cy="6754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924701" y="2552700"/>
            <a:ext cx="13048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Auto-discount on expiry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772305" y="2785629"/>
            <a:ext cx="114297" cy="6754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924701" y="2743200"/>
            <a:ext cx="164778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Block sales days before expiry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810104" y="3133724"/>
            <a:ext cx="2724081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EFF6FF"/>
              </a:gs>
              <a:gs pos="100000">
                <a:srgbClr val="ECFEFF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933926" y="3306535"/>
            <a:ext cx="152396" cy="13062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143471" y="3276599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Temperature Settings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933926" y="3604779"/>
            <a:ext cx="114297" cy="6754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086322" y="3562349"/>
            <a:ext cx="13429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Safe temperature ranges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933926" y="3795279"/>
            <a:ext cx="114297" cy="6754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086322" y="3752849"/>
            <a:ext cx="153348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Alert recipients for breaches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933926" y="3985779"/>
            <a:ext cx="114297" cy="6754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086322" y="3943350"/>
            <a:ext cx="17049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Temperature logging frequency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648483" y="3133724"/>
            <a:ext cx="2724081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8100000"/>
          </a:gra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772305" y="3311978"/>
            <a:ext cx="152396" cy="119742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981850" y="3276599"/>
            <a:ext cx="14287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Weight Scale Settings</a:t>
            </a: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772305" y="3604779"/>
            <a:ext cx="114297" cy="6754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924701" y="3562349"/>
            <a:ext cx="10191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Scale brand/model</a:t>
            </a:r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772305" y="3795279"/>
            <a:ext cx="114297" cy="6754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8924701" y="3752849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Connection (Bluetooth/USB)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772305" y="3985779"/>
            <a:ext cx="114297" cy="6754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924701" y="3943350"/>
            <a:ext cx="14477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Auto-import weight to POS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810104" y="4333875"/>
            <a:ext cx="5562460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905352" y="4465700"/>
            <a:ext cx="133346" cy="11734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114897" y="4448175"/>
            <a:ext cx="320984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Note: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These settings optimize butchery-specific operations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08632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Tax, Currency &amp; Receipt Settings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29574" y="247649"/>
            <a:ext cx="1495387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9574" y="247649"/>
            <a:ext cx="149538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10.4 - 10.6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129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330138"/>
            <a:ext cx="190495" cy="1400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8219" y="1276350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Tax Settings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1743075"/>
            <a:ext cx="3209844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377" y="1876424"/>
            <a:ext cx="5810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VAT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389" y="1838324"/>
            <a:ext cx="5238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14.5%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351151"/>
            <a:ext cx="133346" cy="1173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9624" y="2295525"/>
            <a:ext cx="19430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Tax-inclusive/exclusive pricing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655950"/>
            <a:ext cx="133346" cy="1173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9624" y="2600325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Multiple tax rates setup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960750"/>
            <a:ext cx="133346" cy="1173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9624" y="2905124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Tax reporting period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6162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62360" y="1310527"/>
            <a:ext cx="190495" cy="17929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05252" y="1276350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Currency Settings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6162" y="1743075"/>
            <a:ext cx="3209844" cy="647699"/>
          </a:xfrm>
          <a:prstGeom prst="roundRect">
            <a:avLst>
              <a:gd name="adj" fmla="val 23529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81410" y="1876424"/>
            <a:ext cx="1133446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Primary Currency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81410" y="2105024"/>
            <a:ext cx="390515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410" y="2105024"/>
            <a:ext cx="3905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38599" y="2105024"/>
            <a:ext cx="409564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38599" y="2105024"/>
            <a:ext cx="4095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ZWL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486162" y="2565654"/>
            <a:ext cx="133346" cy="6934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676658" y="2486025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Enable dual pricing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486162" y="2854452"/>
            <a:ext cx="133346" cy="10134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676658" y="2790824"/>
            <a:ext cx="22668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Exchange rate source (Manual/RBZ)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486162" y="3145916"/>
            <a:ext cx="133346" cy="12801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676658" y="3095625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Auto-update exchange rates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3302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62720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238919" y="1318932"/>
            <a:ext cx="190495" cy="16248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581810" y="1276350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Receipt Settings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62720" y="1743075"/>
            <a:ext cx="3209844" cy="552450"/>
          </a:xfrm>
          <a:prstGeom prst="roundRect">
            <a:avLst>
              <a:gd name="adj" fmla="val 2758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38919" y="1876424"/>
            <a:ext cx="857228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Receipt Header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38919" y="2066924"/>
            <a:ext cx="305744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Business name, address, phone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62720" y="2371725"/>
            <a:ext cx="3209844" cy="552450"/>
          </a:xfrm>
          <a:prstGeom prst="roundRect">
            <a:avLst>
              <a:gd name="adj" fmla="val 27586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38919" y="2505074"/>
            <a:ext cx="809604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Receipt Footer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8919" y="2695575"/>
            <a:ext cx="305744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Thank you message, returns policy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162720" y="3042284"/>
            <a:ext cx="133346" cy="1066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53216" y="3000375"/>
            <a:ext cx="10572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Logo on receipts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162720" y="3303650"/>
            <a:ext cx="133346" cy="1173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353216" y="3267075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Include VAT number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162720" y="3567683"/>
            <a:ext cx="133346" cy="12268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353216" y="3533774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ZIMRA fiscalisation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41938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User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39139" y="247649"/>
            <a:ext cx="1085822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39139" y="247649"/>
            <a:ext cx="108582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733706" cy="5095874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292038"/>
            <a:ext cx="190495" cy="14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14417" y="1238249"/>
            <a:ext cx="13048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Adding a User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7430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17430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20" y="1743075"/>
            <a:ext cx="186685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Settings → Users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20859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28" y="20859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2020" y="2085975"/>
            <a:ext cx="10762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"Add User"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24288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28" y="24288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2020" y="2428875"/>
            <a:ext cx="25240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details (Name, Email, Phone, Role)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28" y="27717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228" y="27717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2020" y="2771775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permissions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228" y="31146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228" y="31146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2020" y="3114675"/>
            <a:ext cx="8000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"Save"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7228" y="3457575"/>
            <a:ext cx="3390815" cy="38099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3597402"/>
            <a:ext cx="133346" cy="10134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42971" y="3571875"/>
            <a:ext cx="16096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User receives email with login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90935" y="1000125"/>
            <a:ext cx="693402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43331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819529" y="1324535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62420" y="1276350"/>
            <a:ext cx="16858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Roles &amp; Permissions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43331" y="1743075"/>
            <a:ext cx="3257468" cy="1104900"/>
          </a:xfrm>
          <a:prstGeom prst="roundRect">
            <a:avLst>
              <a:gd name="adj" fmla="val 13793"/>
            </a:avLst>
          </a:prstGeom>
          <a:gradFill rotWithShape="1">
            <a:gsLst>
              <a:gs pos="0">
                <a:srgbClr val="FAF5FF"/>
              </a:gs>
              <a:gs pos="100000">
                <a:srgbClr val="EFF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857628" y="1916061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105272" y="1876424"/>
            <a:ext cx="4952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Owner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857628" y="2238807"/>
            <a:ext cx="114297" cy="753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010024" y="2200275"/>
            <a:ext cx="101914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Full system access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857628" y="2429307"/>
            <a:ext cx="114297" cy="7533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010024" y="2390774"/>
            <a:ext cx="133346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Manage users &amp; settings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857628" y="2619807"/>
            <a:ext cx="114297" cy="7533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010024" y="2581275"/>
            <a:ext cx="5524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All reports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15097" y="1743075"/>
            <a:ext cx="3257468" cy="1104900"/>
          </a:xfrm>
          <a:prstGeom prst="roundRect">
            <a:avLst>
              <a:gd name="adj" fmla="val 13793"/>
            </a:avLst>
          </a:prstGeom>
          <a:gradFill rotWithShape="1">
            <a:gsLst>
              <a:gs pos="0">
                <a:srgbClr val="EFF6FF"/>
              </a:gs>
              <a:gs pos="100000">
                <a:srgbClr val="ECFE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229394" y="1916061"/>
            <a:ext cx="171445" cy="1493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477038" y="1876424"/>
            <a:ext cx="6667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Manager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29394" y="2238807"/>
            <a:ext cx="114297" cy="7533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381790" y="2200275"/>
            <a:ext cx="7429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All operations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29394" y="2429307"/>
            <a:ext cx="114297" cy="7533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381790" y="2390774"/>
            <a:ext cx="6857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View reports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29394" y="2619807"/>
            <a:ext cx="114297" cy="7533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8381790" y="2581275"/>
            <a:ext cx="10096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Approve discounts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743331" y="2962274"/>
            <a:ext cx="3257468" cy="1104900"/>
          </a:xfrm>
          <a:prstGeom prst="roundRect">
            <a:avLst>
              <a:gd name="adj" fmla="val 13793"/>
            </a:avLst>
          </a:prstGeom>
          <a:gradFill rotWithShape="1">
            <a:gsLst>
              <a:gs pos="0">
                <a:srgbClr val="F0FDF4"/>
              </a:gs>
              <a:gs pos="100000">
                <a:srgbClr val="ECFDF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857628" y="3135261"/>
            <a:ext cx="171445" cy="14932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105272" y="3095625"/>
            <a:ext cx="5714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Cashier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857628" y="3458007"/>
            <a:ext cx="114297" cy="75334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010024" y="3419474"/>
            <a:ext cx="9048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POS only access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857628" y="3648507"/>
            <a:ext cx="114297" cy="7533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010024" y="3609975"/>
            <a:ext cx="7429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Process sales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857628" y="3839007"/>
            <a:ext cx="114297" cy="75334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010024" y="3800475"/>
            <a:ext cx="7143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Basic reports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15097" y="2962274"/>
            <a:ext cx="3257468" cy="1104900"/>
          </a:xfrm>
          <a:prstGeom prst="roundRect">
            <a:avLst>
              <a:gd name="adj" fmla="val 13793"/>
            </a:avLst>
          </a:prstGeom>
          <a:gradFill rotWithShape="1">
            <a:gsLst>
              <a:gs pos="0">
                <a:srgbClr val="FFF7ED"/>
              </a:gs>
              <a:gs pos="100000">
                <a:srgbClr val="FFFB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29394" y="3139409"/>
            <a:ext cx="171445" cy="141031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477038" y="3095625"/>
            <a:ext cx="7619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Processor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29394" y="3458007"/>
            <a:ext cx="114297" cy="75334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381790" y="3419474"/>
            <a:ext cx="10286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Processing module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29394" y="3648507"/>
            <a:ext cx="114297" cy="7533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8381790" y="3609975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Record batches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229394" y="3839007"/>
            <a:ext cx="114297" cy="7533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381790" y="3800475"/>
            <a:ext cx="8000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View inventory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30529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Printer, Backup &amp;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91475" y="247649"/>
            <a:ext cx="1533486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91475" y="247649"/>
            <a:ext cx="153348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10.8 - 10.10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129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324535"/>
            <a:ext cx="190495" cy="1512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8219" y="1276350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Printer Configuration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1798320"/>
            <a:ext cx="133346" cy="800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1743075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Configure receipt printer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065020"/>
            <a:ext cx="133346" cy="800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9624" y="2009774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Test printer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129" y="2276474"/>
            <a:ext cx="3209844" cy="342900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2371725"/>
            <a:ext cx="5905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Paper Size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95527" y="2352675"/>
            <a:ext cx="504812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5527" y="2352675"/>
            <a:ext cx="5048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58mm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47963" y="2352675"/>
            <a:ext cx="514337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963" y="2352675"/>
            <a:ext cx="5143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80mm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50820"/>
            <a:ext cx="133346" cy="8001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9624" y="2695575"/>
            <a:ext cx="15715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Configure kitchen printer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3766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486162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562360" y="1330138"/>
            <a:ext cx="190495" cy="14007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05252" y="1276350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Backup &amp; Restore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6162" y="1743075"/>
            <a:ext cx="3209844" cy="38099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581410" y="1880235"/>
            <a:ext cx="133346" cy="1066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71905" y="1838324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Manual backup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86162" y="2219324"/>
            <a:ext cx="3209844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81410" y="2351151"/>
            <a:ext cx="133346" cy="1173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71905" y="2314575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Scheduled backup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6162" y="2695575"/>
            <a:ext cx="3209844" cy="380999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581410" y="2832735"/>
            <a:ext cx="133346" cy="1066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771905" y="2790824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Restore from backup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486162" y="3215068"/>
            <a:ext cx="133346" cy="10401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676658" y="3171825"/>
            <a:ext cx="7238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Export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0324" y="1000125"/>
            <a:ext cx="3514637" cy="5095874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 w="3302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62720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38919" y="1314730"/>
            <a:ext cx="190495" cy="17088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581810" y="1276350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Integrations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62720" y="1743075"/>
            <a:ext cx="320984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39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 Gateways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62720" y="1952624"/>
            <a:ext cx="638159" cy="1904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62720" y="1952624"/>
            <a:ext cx="638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EcoCash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38979" y="1952624"/>
            <a:ext cx="752456" cy="190499"/>
          </a:xfrm>
          <a:prstGeom prst="roundRect">
            <a:avLst>
              <a:gd name="adj" fmla="val 4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38979" y="1952624"/>
            <a:ext cx="7524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66534"/>
                </a:solidFill>
                <a:latin typeface="Inter"/>
                <a:rFonts ascii="Inter" hAnsi="Inter" eastAsia="Inter" cs="Inter"/>
              </a:rPr>
              <a:t>OneMoney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29534" y="1952624"/>
            <a:ext cx="733406" cy="190499"/>
          </a:xfrm>
          <a:prstGeom prst="roundRect">
            <a:avLst>
              <a:gd name="adj" fmla="val 4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29534" y="1952624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6B21A8"/>
                </a:solidFill>
                <a:latin typeface="Inter"/>
                <a:rFonts ascii="Inter" hAnsi="Inter" eastAsia="Inter" cs="Inter"/>
              </a:rPr>
              <a:t>ZimSwitch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401039" y="1952624"/>
            <a:ext cx="428614" cy="190499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01039" y="1952624"/>
            <a:ext cx="4286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Bank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62720" y="2257425"/>
            <a:ext cx="3209844" cy="533399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38919" y="2370200"/>
            <a:ext cx="133346" cy="117348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410364" y="2352675"/>
            <a:ext cx="5905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WhatsApp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29414" y="2562224"/>
            <a:ext cx="28669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Business account, Auto messages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62720" y="2867025"/>
            <a:ext cx="3209844" cy="533399"/>
          </a:xfrm>
          <a:prstGeom prst="roundRect">
            <a:avLst>
              <a:gd name="adj" fmla="val 28571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38919" y="2987802"/>
            <a:ext cx="133346" cy="101346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410364" y="2962274"/>
            <a:ext cx="3047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29414" y="3171825"/>
            <a:ext cx="28669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SMTP settings, Templates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0004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Troubleshooting &amp;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82010" y="247649"/>
            <a:ext cx="942951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82010" y="247649"/>
            <a:ext cx="94295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4057548" cy="5095874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129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3189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8219" y="1276350"/>
            <a:ext cx="13429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Common Issues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1743075"/>
            <a:ext cx="3752756" cy="952499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1892753"/>
            <a:ext cx="152396" cy="1197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1857375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Cannot Log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070" y="2105024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Check internet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1070" y="2276474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Verify username/password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1070" y="2447924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Click "Forgot Password"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129" y="2809875"/>
            <a:ext cx="3752756" cy="952499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EFF6FF"/>
              </a:gs>
              <a:gs pos="100000">
                <a:srgbClr val="ECFE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4377" y="2954110"/>
            <a:ext cx="152396" cy="1306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23921" y="2924175"/>
            <a:ext cx="13525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POS Not Responding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070" y="3171825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Refresh the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1070" y="3343275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Clear browser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1070" y="3514725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Restart application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129" y="3876674"/>
            <a:ext cx="3752756" cy="952499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FFBEB"/>
              </a:gs>
              <a:gs pos="100000">
                <a:srgbClr val="FEFCE8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4377" y="4026353"/>
            <a:ext cx="152396" cy="11974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23921" y="3990974"/>
            <a:ext cx="14096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Scale Not Connecting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070" y="4238624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Check physical connection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1070" y="4410074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Verify scale is powered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1070" y="4581524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Check Bluetooth pairing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9129" y="4943475"/>
            <a:ext cx="3752756" cy="952499"/>
          </a:xfrm>
          <a:prstGeom prst="roundRect">
            <a:avLst>
              <a:gd name="adj" fmla="val 16000"/>
            </a:avLst>
          </a:prstGeom>
          <a:gradFill rotWithShape="1">
            <a:gsLst>
              <a:gs pos="0">
                <a:srgbClr val="F0FDF4"/>
              </a:gs>
              <a:gs pos="100000">
                <a:srgbClr val="ECFDF5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4377" y="5093153"/>
            <a:ext cx="152396" cy="11974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23921" y="5057775"/>
            <a:ext cx="12477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Printer Not Printing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1070" y="5305425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Check printer is 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1070" y="5476875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Verify paper is loaded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81070" y="5648325"/>
            <a:ext cx="32955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• Test from settings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14777" y="1000125"/>
            <a:ext cx="6610184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2432880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105272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181470" y="1286435"/>
            <a:ext cx="190495" cy="15127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524361" y="1238249"/>
            <a:ext cx="10381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Getting Help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05272" y="1704975"/>
            <a:ext cx="3076498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229094" y="1893016"/>
            <a:ext cx="171445" cy="13826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476738" y="1866899"/>
            <a:ext cx="7715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Help Center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29094" y="2152650"/>
            <a:ext cx="28288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help.appex.co.zw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96067" y="1704975"/>
            <a:ext cx="3076498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419889" y="1898547"/>
            <a:ext cx="171445" cy="127204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67533" y="1866899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Email Support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9889" y="2152650"/>
            <a:ext cx="28288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support@appex.co.zw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105272" y="2543175"/>
            <a:ext cx="3076498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229094" y="2731216"/>
            <a:ext cx="171445" cy="13826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476738" y="2705099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Phone Support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29094" y="2990849"/>
            <a:ext cx="28288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+263 242 123456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96067" y="2543175"/>
            <a:ext cx="3076498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419889" y="2725686"/>
            <a:ext cx="171445" cy="14932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8667533" y="2705099"/>
            <a:ext cx="6857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WhatsApp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9889" y="2990849"/>
            <a:ext cx="28288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+263 77 123 4567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105272" y="3381375"/>
            <a:ext cx="6267293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0FDF4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200519" y="3525610"/>
            <a:ext cx="152396" cy="1306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5429114" y="3495675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Live Chat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72445" y="3514725"/>
            <a:ext cx="110487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Available 8am - 5pm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05272" y="3914775"/>
            <a:ext cx="62672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Training Resources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105272" y="4143375"/>
            <a:ext cx="1019149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05272" y="4143375"/>
            <a:ext cx="101914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Video Tutorials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91095" y="4143375"/>
            <a:ext cx="876278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91095" y="4143375"/>
            <a:ext cx="87627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User Guides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143571" y="4143375"/>
            <a:ext cx="714357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43571" y="4143375"/>
            <a:ext cx="71435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Webinars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934126" y="4143375"/>
            <a:ext cx="971525" cy="247649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34126" y="4143375"/>
            <a:ext cx="971525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FAQ Database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37146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Keyboard Shortcuts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62960" y="247649"/>
            <a:ext cx="962000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62960" y="247649"/>
            <a:ext cx="96200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5291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7228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33426" y="1300442"/>
            <a:ext cx="190495" cy="123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6318" y="1238249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Function Keys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1704975"/>
            <a:ext cx="285742" cy="20955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1F5F9"/>
              </a:gs>
              <a:gs pos="100000">
                <a:srgbClr val="E2E8F0"/>
              </a:gs>
            </a:gsLst>
            <a:lin scaled="0" ang="8100000"/>
          </a:gradFill>
          <a:ln w="825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28" y="1704975"/>
            <a:ext cx="28574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169" y="1714500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Open Help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00339" y="1704975"/>
            <a:ext cx="314317" cy="20955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1F5F9"/>
              </a:gs>
              <a:gs pos="100000">
                <a:srgbClr val="E2E8F0"/>
              </a:gs>
            </a:gsLst>
            <a:lin scaled="0" ang="8100000"/>
          </a:gradFill>
          <a:ln w="825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0339" y="1704975"/>
            <a:ext cx="31431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0855" y="1714500"/>
            <a:ext cx="5905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New Sale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1990724"/>
            <a:ext cx="314317" cy="20955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1F5F9"/>
              </a:gs>
              <a:gs pos="100000">
                <a:srgbClr val="E2E8F0"/>
              </a:gs>
            </a:gsLst>
            <a:lin scaled="0" ang="8100000"/>
          </a:gradFill>
          <a:ln w="825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28" y="1990724"/>
            <a:ext cx="31431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7743" y="2000250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Products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00339" y="1990724"/>
            <a:ext cx="314317" cy="20955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1F5F9"/>
              </a:gs>
              <a:gs pos="100000">
                <a:srgbClr val="E2E8F0"/>
              </a:gs>
            </a:gsLst>
            <a:lin scaled="0" ang="8100000"/>
          </a:gradFill>
          <a:ln w="825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0339" y="1990724"/>
            <a:ext cx="31431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0855" y="2000250"/>
            <a:ext cx="6476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Open Cart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7228" y="2276474"/>
            <a:ext cx="314317" cy="20955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1F5F9"/>
              </a:gs>
              <a:gs pos="100000">
                <a:srgbClr val="E2E8F0"/>
              </a:gs>
            </a:gsLst>
            <a:lin scaled="0" ang="8100000"/>
          </a:gradFill>
          <a:ln w="825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7228" y="2276474"/>
            <a:ext cx="31431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7743" y="2286000"/>
            <a:ext cx="10953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 Payment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0339" y="2276474"/>
            <a:ext cx="314317" cy="20955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1F5F9"/>
              </a:gs>
              <a:gs pos="100000">
                <a:srgbClr val="E2E8F0"/>
              </a:gs>
            </a:gsLst>
            <a:lin scaled="0" ang="8100000"/>
          </a:gradFill>
          <a:ln w="825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00339" y="2276474"/>
            <a:ext cx="31431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0855" y="2286000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Reprint Receipt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045" y="1000125"/>
            <a:ext cx="5352916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4999836" y="21723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62540" y="1152524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38739" y="1286435"/>
            <a:ext cx="190495" cy="15127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781630" y="123824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Control Combinations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2540" y="1704975"/>
            <a:ext cx="600059" cy="20955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1F5F9"/>
              </a:gs>
              <a:gs pos="100000">
                <a:srgbClr val="E2E8F0"/>
              </a:gs>
            </a:gsLst>
            <a:lin scaled="0" ang="8100000"/>
          </a:gradFill>
          <a:ln w="825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2540" y="1704975"/>
            <a:ext cx="60005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Ctrl + 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38799" y="1714500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New Customer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05652" y="1704975"/>
            <a:ext cx="581010" cy="20955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1F5F9"/>
              </a:gs>
              <a:gs pos="100000">
                <a:srgbClr val="E2E8F0"/>
              </a:gs>
            </a:gsLst>
            <a:lin scaled="0" ang="8100000"/>
          </a:gradFill>
          <a:ln w="825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05652" y="1704975"/>
            <a:ext cx="58101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Ctrl + 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62860" y="1714500"/>
            <a:ext cx="2952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Print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62540" y="1990724"/>
            <a:ext cx="581010" cy="20955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1F5F9"/>
              </a:gs>
              <a:gs pos="100000">
                <a:srgbClr val="E2E8F0"/>
              </a:gs>
            </a:gsLst>
            <a:lin scaled="0" ang="8100000"/>
          </a:gradFill>
          <a:ln w="825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62540" y="1990724"/>
            <a:ext cx="58101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Ctrl +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19749" y="2000250"/>
            <a:ext cx="30479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05652" y="1990724"/>
            <a:ext cx="571485" cy="20955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1F5F9"/>
              </a:gs>
              <a:gs pos="100000">
                <a:srgbClr val="E2E8F0"/>
              </a:gs>
            </a:gsLst>
            <a:lin scaled="0" ang="8100000"/>
          </a:gradFill>
          <a:ln w="825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05652" y="1990724"/>
            <a:ext cx="57148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Ctrl + 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3336" y="2000250"/>
            <a:ext cx="7619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Find/Search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62540" y="2276474"/>
            <a:ext cx="371465" cy="20955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1F5F9"/>
              </a:gs>
              <a:gs pos="100000">
                <a:srgbClr val="E2E8F0"/>
              </a:gs>
            </a:gsLst>
            <a:lin scaled="0" ang="8100000"/>
          </a:gradFill>
          <a:ln w="825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62540" y="2276474"/>
            <a:ext cx="37146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Esc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0204" y="2286000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Close current screen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6733" y="3629025"/>
            <a:ext cx="10858228" cy="2190749"/>
          </a:xfrm>
          <a:prstGeom prst="roundRect">
            <a:avLst>
              <a:gd name="adj" fmla="val 10434"/>
            </a:avLst>
          </a:prstGeom>
          <a:solidFill>
            <a:srgbClr val="FFFFFF"/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871632"/>
            <a:ext cx="190495" cy="1624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85822" y="3819524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 Tips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9129" y="4200525"/>
            <a:ext cx="3419389" cy="647699"/>
          </a:xfrm>
          <a:prstGeom prst="roundRect">
            <a:avLst>
              <a:gd name="adj" fmla="val 23529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33426" y="4351400"/>
            <a:ext cx="133346" cy="117348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123921" y="4333875"/>
            <a:ext cx="8667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Speed Up Sales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3426" y="4581524"/>
            <a:ext cx="319079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Use F2 to quickly start a new sale instead of clicking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90915" y="4200525"/>
            <a:ext cx="3419389" cy="647699"/>
          </a:xfrm>
          <a:prstGeom prst="roundRect">
            <a:avLst>
              <a:gd name="adj" fmla="val 23529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05212" y="4358068"/>
            <a:ext cx="133346" cy="104013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695707" y="4333875"/>
            <a:ext cx="7429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Quick Search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05212" y="4581524"/>
            <a:ext cx="319079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F3 instantly opens product search for faster navigation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953176" y="4200525"/>
            <a:ext cx="3419389" cy="647699"/>
          </a:xfrm>
          <a:prstGeom prst="roundRect">
            <a:avLst>
              <a:gd name="adj" fmla="val 23529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67473" y="4348734"/>
            <a:ext cx="133346" cy="122681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8257968" y="4333875"/>
            <a:ext cx="9048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Efficiency Boost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67473" y="4581524"/>
            <a:ext cx="319079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Master these shortcuts to reduce transaction time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40053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Quick Reference - Key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53436" y="247649"/>
            <a:ext cx="971525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53436" y="247649"/>
            <a:ext cx="97152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543211" cy="647699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408924" y="12579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9129" y="1114425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76278" y="1233026"/>
            <a:ext cx="171445" cy="1437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1070" y="1114425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Carcass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1070" y="1381124"/>
            <a:ext cx="154301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Whole animal after slaughter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1762125"/>
            <a:ext cx="3543211" cy="647699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408924" y="20199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9129" y="18764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76278" y="1992261"/>
            <a:ext cx="171445" cy="1493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81070" y="1876424"/>
            <a:ext cx="142871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070" y="2143125"/>
            <a:ext cx="14287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Processed portion of meat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2524125"/>
            <a:ext cx="3543211" cy="647699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408924" y="27819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9129" y="2638425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76278" y="2779149"/>
            <a:ext cx="171445" cy="9955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1070" y="2638425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Yield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1070" y="2905124"/>
            <a:ext cx="15906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Usable meat after processing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3286125"/>
            <a:ext cx="3543211" cy="647699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408924" y="35439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9129" y="3400425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76278" y="3521791"/>
            <a:ext cx="171445" cy="13826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181070" y="3400425"/>
            <a:ext cx="18478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Waste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1070" y="3667124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Non-usable parts after processing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4241" y="1000125"/>
            <a:ext cx="3543211" cy="647699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4066432" y="12579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476638" y="1114425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A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533786" y="1230261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838579" y="1114425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8579" y="1381124"/>
            <a:ext cx="20763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Group of products processed together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4241" y="1762125"/>
            <a:ext cx="3543211" cy="647699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4066432" y="20199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76638" y="1876424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533786" y="1986730"/>
            <a:ext cx="171445" cy="16038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838579" y="1876424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FIFO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38579" y="2143125"/>
            <a:ext cx="19525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First In, First Out (inventory method)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24241" y="2524125"/>
            <a:ext cx="3543211" cy="647699"/>
          </a:xfrm>
          <a:prstGeom prst="roundRect">
            <a:avLst>
              <a:gd name="adj" fmla="val 3529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4066432" y="2781934"/>
            <a:ext cx="647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476638" y="2638425"/>
            <a:ext cx="285742" cy="390525"/>
          </a:xfrm>
          <a:prstGeom prst="roundRect">
            <a:avLst>
              <a:gd name="adj" fmla="val 5333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533786" y="2754261"/>
            <a:ext cx="171445" cy="14932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838579" y="2638425"/>
            <a:ext cx="14953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Shelf Life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38579" y="2905124"/>
            <a:ext cx="149538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Days product remains fresh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81750" y="1000125"/>
            <a:ext cx="3543211" cy="1257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7419140" y="1562735"/>
            <a:ext cx="12573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10344" y="1190625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286542" y="1322070"/>
            <a:ext cx="228594" cy="19430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705632" y="1190625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Chiller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05632" y="1495424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Refrigerated storage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05632" y="1724024"/>
            <a:ext cx="733406" cy="342900"/>
          </a:xfrm>
          <a:prstGeom prst="roundRect">
            <a:avLst>
              <a:gd name="adj" fmla="val 22222"/>
            </a:avLst>
          </a:prstGeom>
          <a:solidFill>
            <a:srgbClr val="E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819929" y="1790700"/>
            <a:ext cx="50481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E7490"/>
                </a:solidFill>
                <a:latin typeface="Inter"/>
                <a:rFonts ascii="Inter" hAnsi="Inter" eastAsia="Inter" cs="Inter"/>
              </a:rPr>
              <a:t>0-4°C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81750" y="2371725"/>
            <a:ext cx="3543211" cy="1257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 Same Side Corner Rectangle 58"/>
          <p:cNvSpPr/>
          <p:nvPr/>
        </p:nvSpPr>
        <p:spPr>
          <a:xfrm rot="16200000">
            <a:off x="7419140" y="2934335"/>
            <a:ext cx="12573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210344" y="2562224"/>
            <a:ext cx="380990" cy="47624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86542" y="2693670"/>
            <a:ext cx="228594" cy="194309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705632" y="2562224"/>
            <a:ext cx="14572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Freezer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05632" y="2867025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Frozen storage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705632" y="3095625"/>
            <a:ext cx="1457288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819929" y="3162299"/>
            <a:ext cx="122869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D4ED8"/>
                </a:solidFill>
                <a:latin typeface="Inter"/>
                <a:rFonts ascii="Inter" hAnsi="Inter" eastAsia="Inter" cs="Inter"/>
              </a:rPr>
              <a:t>-18°C or below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