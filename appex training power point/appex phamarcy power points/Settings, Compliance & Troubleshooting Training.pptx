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1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17.png"/><Relationship Id="rId11" Type="http://schemas.openxmlformats.org/officeDocument/2006/relationships/image" Target="../media/image39.png"/><Relationship Id="rId12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31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17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Relationship Id="rId13" Type="http://schemas.openxmlformats.org/officeDocument/2006/relationships/image" Target="../media/image81.png"/><Relationship Id="rId14" Type="http://schemas.openxmlformats.org/officeDocument/2006/relationships/image" Target="../media/image82.png"/><Relationship Id="rId15" Type="http://schemas.openxmlformats.org/officeDocument/2006/relationships/image" Target="../media/image83.png"/><Relationship Id="rId16" Type="http://schemas.openxmlformats.org/officeDocument/2006/relationships/image" Target="../media/image84.png"/><Relationship Id="rId17" Type="http://schemas.openxmlformats.org/officeDocument/2006/relationships/image" Target="../media/image85.png"/><Relationship Id="rId18" Type="http://schemas.openxmlformats.org/officeDocument/2006/relationships/image" Target="../media/image86.png"/><Relationship Id="rId19" Type="http://schemas.openxmlformats.org/officeDocument/2006/relationships/image" Target="../media/image8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17.png"/><Relationship Id="rId5" Type="http://schemas.openxmlformats.org/officeDocument/2006/relationships/image" Target="../media/image86.png"/><Relationship Id="rId6" Type="http://schemas.openxmlformats.org/officeDocument/2006/relationships/image" Target="../media/image90.png"/><Relationship Id="rId7" Type="http://schemas.openxmlformats.org/officeDocument/2006/relationships/image" Target="../media/image52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Relationship Id="rId10" Type="http://schemas.openxmlformats.org/officeDocument/2006/relationships/image" Target="../media/image93.png"/><Relationship Id="rId11" Type="http://schemas.openxmlformats.org/officeDocument/2006/relationships/image" Target="../media/image94.png"/><Relationship Id="rId12" Type="http://schemas.openxmlformats.org/officeDocument/2006/relationships/image" Target="../media/image95.png"/><Relationship Id="rId13" Type="http://schemas.openxmlformats.org/officeDocument/2006/relationships/image" Target="../media/image96.png"/><Relationship Id="rId14" Type="http://schemas.openxmlformats.org/officeDocument/2006/relationships/image" Target="../media/image97.png"/><Relationship Id="rId15" Type="http://schemas.openxmlformats.org/officeDocument/2006/relationships/image" Target="../media/image98.png"/><Relationship Id="rId16" Type="http://schemas.openxmlformats.org/officeDocument/2006/relationships/image" Target="../media/image99.png"/><Relationship Id="rId17" Type="http://schemas.openxmlformats.org/officeDocument/2006/relationships/image" Target="../media/image10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94.png"/><Relationship Id="rId11" Type="http://schemas.openxmlformats.org/officeDocument/2006/relationships/image" Target="../media/image117.png"/><Relationship Id="rId12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94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Relationship Id="rId9" Type="http://schemas.openxmlformats.org/officeDocument/2006/relationships/image" Target="../media/image124.png"/><Relationship Id="rId10" Type="http://schemas.openxmlformats.org/officeDocument/2006/relationships/image" Target="../media/image125.png"/><Relationship Id="rId11" Type="http://schemas.openxmlformats.org/officeDocument/2006/relationships/image" Target="../media/image126.png"/><Relationship Id="rId12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0F766E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1562100"/>
            <a:ext cx="1733506" cy="419100"/>
          </a:xfrm>
          <a:prstGeom prst="roundRect">
            <a:avLst>
              <a:gd name="adj" fmla="val 454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562100"/>
            <a:ext cx="1733506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SECTIONS 10-13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96986"/>
            <a:ext cx="171445" cy="1493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Settings, Compliance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&amp; Troubleshooting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24" y="5029200"/>
            <a:ext cx="34193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System Configuration &amp; Regulatory Compliance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24681" y="1600200"/>
            <a:ext cx="2800279" cy="36576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6961921" y="3362960"/>
            <a:ext cx="3657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7573" y="19049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7573" y="23241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74595"/>
            <a:ext cx="228594" cy="1943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39059" y="2324100"/>
            <a:ext cx="12001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Settings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9059" y="2571750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Configuration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68015"/>
            <a:ext cx="228594" cy="21717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39059" y="3028950"/>
            <a:ext cx="12667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9059" y="3276599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Regulatory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92867"/>
            <a:ext cx="228594" cy="1771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39059" y="3733799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Troubleshooting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9059" y="3981449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Support &amp; Help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600575"/>
            <a:ext cx="228594" cy="1714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39059" y="4438649"/>
            <a:ext cx="12191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Reference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059" y="4686300"/>
            <a:ext cx="12191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Terms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30549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Settings - Accessing &amp; Business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77198" y="247649"/>
            <a:ext cx="1447763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7198" y="247649"/>
            <a:ext cx="144776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10.1 - 10.2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733706" cy="5095874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245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276350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 Settings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002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8002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169" y="1781174"/>
            <a:ext cx="17335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profile icon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(top right)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1240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27" y="21240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169" y="2105024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</a:t>
            </a:r>
            <a:r>
              <a:rPr sz="837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"Settings"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27" y="2581275"/>
            <a:ext cx="33146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SETTINGS MENU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809875"/>
            <a:ext cx="3314617" cy="3809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71525" y="2940503"/>
            <a:ext cx="152396" cy="11974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00119" y="2905124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Business Profile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27" y="3248024"/>
            <a:ext cx="3314617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71525" y="3381375"/>
            <a:ext cx="152396" cy="1143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00119" y="3343275"/>
            <a:ext cx="11810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Pharmacy Settings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327" y="3686175"/>
            <a:ext cx="3314617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71525" y="3827689"/>
            <a:ext cx="152396" cy="9797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00119" y="3781424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User Management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" y="4124324"/>
            <a:ext cx="3314617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71525" y="4254953"/>
            <a:ext cx="152396" cy="11974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00119" y="4219575"/>
            <a:ext cx="8762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Printer Config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327" y="4562475"/>
            <a:ext cx="3314617" cy="380999"/>
          </a:xfrm>
          <a:prstGeom prst="roundRect">
            <a:avLst>
              <a:gd name="adj" fmla="val 40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71525" y="4695824"/>
            <a:ext cx="152396" cy="1143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00119" y="4657725"/>
            <a:ext cx="11143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CA3AF"/>
                </a:solidFill>
                <a:latin typeface="Inter"/>
                <a:rFonts ascii="Inter" hAnsi="Inter" eastAsia="Inter" cs="Inter"/>
              </a:rPr>
              <a:t>Backup &amp; Restore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90935" y="1000125"/>
            <a:ext cx="693402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81430" y="12287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857628" y="1362635"/>
            <a:ext cx="190495" cy="15127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238619" y="1314450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Business Profile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81430" y="1819275"/>
            <a:ext cx="3219369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895727" y="1990724"/>
            <a:ext cx="152396" cy="1143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24321" y="1952624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Edit Business Name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2420" y="2219324"/>
            <a:ext cx="27240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Update pharmacy name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15097" y="1819275"/>
            <a:ext cx="3219369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29394" y="1988003"/>
            <a:ext cx="152396" cy="11974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457988" y="1952624"/>
            <a:ext cx="12953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Update Contact Info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96087" y="2219324"/>
            <a:ext cx="27240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Phone, email, address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81430" y="2600325"/>
            <a:ext cx="3219369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895727" y="2769053"/>
            <a:ext cx="152396" cy="11974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124321" y="2733674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Change Logo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2420" y="3000375"/>
            <a:ext cx="27240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Upload new logo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15097" y="2600325"/>
            <a:ext cx="3219369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29394" y="2763610"/>
            <a:ext cx="152396" cy="13062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457988" y="2733674"/>
            <a:ext cx="15049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Update Business Hours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96087" y="3000375"/>
            <a:ext cx="27240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Operating schedule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81430" y="3381375"/>
            <a:ext cx="3219369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4895727" y="3543300"/>
            <a:ext cx="152396" cy="13334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124321" y="3514725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 Holiday Closures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62420" y="3781424"/>
            <a:ext cx="27240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Special closing dates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15097" y="3381375"/>
            <a:ext cx="3219369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229394" y="3541939"/>
            <a:ext cx="152396" cy="136071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457988" y="3514725"/>
            <a:ext cx="12858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Update License Info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96087" y="3781424"/>
            <a:ext cx="27240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Pharmacy license details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781430" y="4200525"/>
            <a:ext cx="6553036" cy="419100"/>
          </a:xfrm>
          <a:prstGeom prst="roundRect">
            <a:avLst>
              <a:gd name="adj" fmla="val 36363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4895727" y="4351400"/>
            <a:ext cx="133346" cy="11734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5105272" y="4333875"/>
            <a:ext cx="28574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Keep business profile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up to date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for accurate reports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305425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380999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0"/>
            <a:ext cx="9610484" cy="11430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Pharmacy-Specific Settings - Regulatory &amp; Prescription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323849"/>
            <a:ext cx="1038199" cy="495299"/>
          </a:xfrm>
          <a:prstGeom prst="roundRect">
            <a:avLst>
              <a:gd name="adj" fmla="val 38457692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323849"/>
            <a:ext cx="1038199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352549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834446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543050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662952"/>
            <a:ext cx="190495" cy="1792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628775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Regulatory Settings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2133599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2351314"/>
            <a:ext cx="152396" cy="13607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8219" y="2247899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MCAZ License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19" y="2438400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Medicines Control Authority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781300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9624" y="3007178"/>
            <a:ext cx="152396" cy="11974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38219" y="2895600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Pharmacy Council Registration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19" y="3086100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Professional body registration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3429000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9624" y="3654878"/>
            <a:ext cx="152396" cy="11974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8219" y="3543300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Controlled Drug License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19" y="3733799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CD license number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27" y="4076699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09624" y="4295774"/>
            <a:ext cx="152396" cy="13334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38219" y="4190999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Inspection 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19" y="4381499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Record past inspections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" y="4724399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FFBEB"/>
              </a:gs>
              <a:gs pos="100000">
                <a:srgbClr val="FFF7ED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09624" y="4944835"/>
            <a:ext cx="152396" cy="1306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38219" y="4838699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Next Inspection Due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8219" y="5029200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Set reminder for renewal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1095" y="1352549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3709198" y="3834446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19689" y="1543050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95887" y="1671357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76878" y="1628775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Prescription Settings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19689" y="2133599"/>
            <a:ext cx="4914777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33986" y="2296885"/>
            <a:ext cx="152396" cy="1306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62580" y="2266950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Default Validity Period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0679" y="2514600"/>
            <a:ext cx="441948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Prescription expiration time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19689" y="2895600"/>
            <a:ext cx="4914777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33986" y="3050721"/>
            <a:ext cx="152396" cy="14695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62580" y="3028950"/>
            <a:ext cx="7143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Refill Rules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0679" y="3276599"/>
            <a:ext cx="441948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Configure refill limits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19689" y="3657600"/>
            <a:ext cx="4914777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EFF6FF"/>
              </a:gs>
              <a:gs pos="100000">
                <a:srgbClr val="F0FDF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33986" y="3837214"/>
            <a:ext cx="152396" cy="9797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762580" y="3790949"/>
            <a:ext cx="19430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Generic Substitution Allowed?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496287" y="3790949"/>
            <a:ext cx="352416" cy="190499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96287" y="3790949"/>
            <a:ext cx="3524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Yes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915377" y="3790949"/>
            <a:ext cx="304792" cy="190499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15377" y="3790949"/>
            <a:ext cx="3047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19689" y="4229100"/>
            <a:ext cx="4914777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33986" y="4392385"/>
            <a:ext cx="152396" cy="13062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762580" y="4362450"/>
            <a:ext cx="16096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Require Diagnosis Code?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505812" y="4362450"/>
            <a:ext cx="352416" cy="190499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05812" y="4362450"/>
            <a:ext cx="3524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Yes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905852" y="4362450"/>
            <a:ext cx="314317" cy="190499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05852" y="4362450"/>
            <a:ext cx="3143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No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19689" y="4838699"/>
            <a:ext cx="4914777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514937" y="4970526"/>
            <a:ext cx="133346" cy="11734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724481" y="4952999"/>
            <a:ext cx="24383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Configure based on </a:t>
            </a: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regulatory requirements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7134225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305425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380999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0"/>
            <a:ext cx="9581910" cy="11430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Pharmacy-Specific Settings - Insurance &amp; Cold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58188" y="323849"/>
            <a:ext cx="1066773" cy="495299"/>
          </a:xfrm>
          <a:prstGeom prst="roundRect">
            <a:avLst>
              <a:gd name="adj" fmla="val 38457692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8188" y="323849"/>
            <a:ext cx="1066773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352549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834446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543050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671357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628775"/>
            <a:ext cx="15715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Insurance Settings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2133599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2359478"/>
            <a:ext cx="152396" cy="11974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8219" y="2247899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Add/Edit Medical Aid Schemes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19" y="2438400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Manage insurance providers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781300"/>
            <a:ext cx="4914777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9624" y="3045278"/>
            <a:ext cx="152396" cy="11974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38219" y="2895600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Claim Submission Method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8219" y="3124200"/>
            <a:ext cx="714357" cy="190499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19" y="3124200"/>
            <a:ext cx="7143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Electronic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09724" y="3124200"/>
            <a:ext cx="542911" cy="190499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09724" y="3124200"/>
            <a:ext cx="5429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Manual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3505199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9624" y="3733799"/>
            <a:ext cx="152396" cy="114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38219" y="3619499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Default Payment Terms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19" y="3809999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Set by scheme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327" y="4152899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FFBEB"/>
              </a:gs>
              <a:gs pos="100000">
                <a:srgbClr val="FFF7ED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09624" y="4365171"/>
            <a:ext cx="152396" cy="14695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38219" y="4267199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Authorization Requirements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219" y="4457700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Pre-approval settings per scheme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1095" y="1352549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3709198" y="3834446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19689" y="1543050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95887" y="167135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76878" y="1628775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Cold Chain Settings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689" y="2133599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33986" y="2354035"/>
            <a:ext cx="152396" cy="1306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62580" y="2247899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Temperature Ranges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2580" y="2438400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By storage type (fridge/freezer)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19689" y="2781300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33986" y="3001735"/>
            <a:ext cx="152396" cy="13062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62580" y="2895600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Alert Recipients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2580" y="3086100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For temperature breaches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19689" y="3429000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33986" y="3649435"/>
            <a:ext cx="152396" cy="13062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762580" y="3543300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Automatic Logging Frequency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2580" y="3733799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Set interval for recording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19689" y="4076699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EFF6FF"/>
              </a:gs>
              <a:gs pos="100000">
                <a:srgbClr val="ECFE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33986" y="4310742"/>
            <a:ext cx="152396" cy="10341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762580" y="4190999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Temperature Monitors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2580" y="4381499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Integration with Bluetooth sensors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19689" y="4800600"/>
            <a:ext cx="4914777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14937" y="4932426"/>
            <a:ext cx="133346" cy="11734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724481" y="4914900"/>
            <a:ext cx="25240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Critical for </a:t>
            </a: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temperature-sensitive medications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7134225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16252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Tax Settings &amp; User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29574" y="247649"/>
            <a:ext cx="1495387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9574" y="247649"/>
            <a:ext cx="149538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10.4 - 10.5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4267093" cy="509587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1893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276350"/>
            <a:ext cx="1038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Tax Settings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81174"/>
            <a:ext cx="3848003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1952624"/>
            <a:ext cx="152396" cy="114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8219" y="1914525"/>
            <a:ext cx="5810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VAT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9469" y="1914525"/>
            <a:ext cx="4095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59669"/>
                </a:solidFill>
                <a:latin typeface="Inter"/>
                <a:rFonts ascii="Inter" hAnsi="Inter" eastAsia="Inter" cs="Inter"/>
              </a:rPr>
              <a:t>14.5%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6318" y="2162174"/>
            <a:ext cx="33527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Default rate for taxable items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505074"/>
            <a:ext cx="3848003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9624" y="2725510"/>
            <a:ext cx="152396" cy="1306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38219" y="2619374"/>
            <a:ext cx="33908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Tax-Exempt 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8219" y="2809875"/>
            <a:ext cx="33908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Configure exempt products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327" y="3152775"/>
            <a:ext cx="3848003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9624" y="3373210"/>
            <a:ext cx="152396" cy="1306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38219" y="3267075"/>
            <a:ext cx="33908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Multiple Tax Rates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19" y="3457575"/>
            <a:ext cx="33908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If applicable to business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327" y="3800475"/>
            <a:ext cx="3848003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FFBEB"/>
              </a:gs>
              <a:gs pos="100000">
                <a:srgbClr val="FFF7ED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09624" y="4019549"/>
            <a:ext cx="152396" cy="1333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38219" y="3914775"/>
            <a:ext cx="33908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Tax Reporting Period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8219" y="4105274"/>
            <a:ext cx="33908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Monthly/Quarterly/Annual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4321" y="1000125"/>
            <a:ext cx="6400639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314817" y="12287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391015" y="1368238"/>
            <a:ext cx="190495" cy="14007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33906" y="1314450"/>
            <a:ext cx="11334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Adding Users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14817" y="1781174"/>
            <a:ext cx="2971725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10064" y="189547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10064" y="189547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76758" y="1876424"/>
            <a:ext cx="9334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Navigate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76758" y="2028825"/>
            <a:ext cx="9334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Settings → Users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62740" y="1781174"/>
            <a:ext cx="2971725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57988" y="189547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7988" y="189547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4681" y="1876424"/>
            <a:ext cx="6000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24681" y="2028825"/>
            <a:ext cx="6000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"Add User"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14817" y="2390774"/>
            <a:ext cx="6019649" cy="933449"/>
          </a:xfrm>
          <a:prstGeom prst="roundRect">
            <a:avLst>
              <a:gd name="adj" fmla="val 16326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38639" y="2514600"/>
            <a:ext cx="577200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User Details: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438639" y="2787777"/>
            <a:ext cx="133346" cy="10134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629134" y="2762249"/>
            <a:ext cx="3143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Name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391215" y="2787777"/>
            <a:ext cx="133346" cy="10134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581710" y="2762249"/>
            <a:ext cx="2857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Email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334266" y="2785109"/>
            <a:ext cx="133346" cy="1066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524761" y="2762249"/>
            <a:ext cx="3428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Phone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438639" y="3046475"/>
            <a:ext cx="133346" cy="11734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629134" y="3028950"/>
            <a:ext cx="26193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Role (Pharmacist, Technician, Cashier, Manager)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362740" y="3043809"/>
            <a:ext cx="133346" cy="122681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553236" y="3028950"/>
            <a:ext cx="2038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Professional license (for pharmacists)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14817" y="3438525"/>
            <a:ext cx="1952576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410064" y="35528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10064" y="35528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76758" y="3533774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Set Permissions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76758" y="3686175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Configure access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43591" y="3438525"/>
            <a:ext cx="1952576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438839" y="35528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38839" y="35528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05532" y="3533774"/>
            <a:ext cx="5619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05532" y="3686175"/>
            <a:ext cx="5619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Click Save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381890" y="3438525"/>
            <a:ext cx="1952576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477138" y="35528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515237" y="3610407"/>
            <a:ext cx="114297" cy="75334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743831" y="3533774"/>
            <a:ext cx="96200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Email Sent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43831" y="3686175"/>
            <a:ext cx="96200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Login instructions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71475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User Roles &amp; Permissions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39139" y="247649"/>
            <a:ext cx="1085822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39139" y="247649"/>
            <a:ext cx="10858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2752725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643589" y="2310447"/>
            <a:ext cx="27527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14377" y="1268361"/>
            <a:ext cx="171445" cy="1493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169" y="1238249"/>
            <a:ext cx="8477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Pharmacist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1657350"/>
            <a:ext cx="5010024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1770126"/>
            <a:ext cx="133346" cy="1173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2971" y="1752599"/>
            <a:ext cx="16001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Full prescription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2057400"/>
            <a:ext cx="5010024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170175"/>
            <a:ext cx="133346" cy="1173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2971" y="2152650"/>
            <a:ext cx="13048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Can verify and dispense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228" y="2457450"/>
            <a:ext cx="5010024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570225"/>
            <a:ext cx="133346" cy="1173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42971" y="2552700"/>
            <a:ext cx="182875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Access to controlled drug register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228" y="2857500"/>
            <a:ext cx="5010024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970275"/>
            <a:ext cx="133346" cy="1173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2971" y="2952750"/>
            <a:ext cx="136204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Can override interactions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7228" y="3257550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3370325"/>
            <a:ext cx="133346" cy="1173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42971" y="3352800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91C1C"/>
                </a:solidFill>
                <a:latin typeface="Inter"/>
                <a:rFonts ascii="Inter" hAnsi="Inter" eastAsia="Inter" cs="Inter"/>
              </a:rPr>
              <a:t>Cannot delete transactions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045" y="1000125"/>
            <a:ext cx="5352916" cy="2752725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4861723" y="2310447"/>
            <a:ext cx="27527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62540" y="11525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19689" y="1268361"/>
            <a:ext cx="171445" cy="1493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24481" y="1238249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Pharmacy Technician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62540" y="1657350"/>
            <a:ext cx="5010024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38739" y="1770126"/>
            <a:ext cx="133346" cy="11734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48283" y="1752599"/>
            <a:ext cx="126679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Can enter prescriptions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2540" y="2057400"/>
            <a:ext cx="5010024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38739" y="2170175"/>
            <a:ext cx="133346" cy="1173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648283" y="2152650"/>
            <a:ext cx="13525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Can prepare medications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62540" y="2457450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38739" y="2570225"/>
            <a:ext cx="133346" cy="1173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648283" y="2552700"/>
            <a:ext cx="23145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91C1C"/>
                </a:solidFill>
                <a:latin typeface="Inter"/>
                <a:rFonts ascii="Inter" hAnsi="Inter" eastAsia="Inter" cs="Inter"/>
              </a:rPr>
              <a:t>Cannot verify/dispense without pharmacist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62540" y="2857500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38739" y="2970275"/>
            <a:ext cx="133346" cy="11734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48283" y="2952750"/>
            <a:ext cx="18573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91C1C"/>
                </a:solidFill>
                <a:latin typeface="Inter"/>
                <a:rFonts ascii="Inter" hAnsi="Inter" eastAsia="Inter" cs="Inter"/>
              </a:rPr>
              <a:t>Limited access to controlled drugs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733" y="3905249"/>
            <a:ext cx="5352916" cy="2352675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-443564" y="5015546"/>
            <a:ext cx="2352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57228" y="4057650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4377" y="4173486"/>
            <a:ext cx="171445" cy="1493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219169" y="4133849"/>
            <a:ext cx="5714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Cashier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7228" y="4562475"/>
            <a:ext cx="5010024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33426" y="4675250"/>
            <a:ext cx="133346" cy="11734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42971" y="4657725"/>
            <a:ext cx="9048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POS only access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7228" y="4962525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5075301"/>
            <a:ext cx="133346" cy="11734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142971" y="5057775"/>
            <a:ext cx="154301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91C1C"/>
                </a:solidFill>
                <a:latin typeface="Inter"/>
                <a:rFonts ascii="Inter" hAnsi="Inter" eastAsia="Inter" cs="Inter"/>
              </a:rPr>
              <a:t>Cannot access prescriptions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7228" y="5362575"/>
            <a:ext cx="5010024" cy="3429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5475351"/>
            <a:ext cx="133346" cy="11734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142971" y="5457825"/>
            <a:ext cx="22002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91C1C"/>
                </a:solidFill>
                <a:latin typeface="Inter"/>
                <a:rFonts ascii="Inter" hAnsi="Inter" eastAsia="Inter" cs="Inter"/>
              </a:rPr>
              <a:t>Cannot process returns without approval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72045" y="3905249"/>
            <a:ext cx="5352916" cy="2352675"/>
          </a:xfrm>
          <a:prstGeom prst="roundRect">
            <a:avLst>
              <a:gd name="adj" fmla="val 971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 rot="16200000">
            <a:off x="5061748" y="5015546"/>
            <a:ext cx="2352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362540" y="4057650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19689" y="4179016"/>
            <a:ext cx="171445" cy="138266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724481" y="4133849"/>
            <a:ext cx="6667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Manager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62540" y="4562475"/>
            <a:ext cx="5010024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38739" y="4675250"/>
            <a:ext cx="133346" cy="11734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648283" y="4657725"/>
            <a:ext cx="101914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Full system access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62540" y="4962525"/>
            <a:ext cx="5010024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38739" y="5075301"/>
            <a:ext cx="133346" cy="11734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648283" y="5057775"/>
            <a:ext cx="100962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Can manage users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62540" y="5362575"/>
            <a:ext cx="5010024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38739" y="5475351"/>
            <a:ext cx="133346" cy="11734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648283" y="5457825"/>
            <a:ext cx="9715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Access all reports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62540" y="5762625"/>
            <a:ext cx="5010024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38739" y="5875401"/>
            <a:ext cx="133346" cy="11734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648283" y="5857875"/>
            <a:ext cx="121916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Can configure settings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76248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Printer Configuration &amp; Backup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8623" y="247649"/>
            <a:ext cx="1476338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8623" y="247649"/>
            <a:ext cx="147633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10.6 - 10.7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245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276350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Printer Configuration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81174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2001610"/>
            <a:ext cx="152396" cy="1306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8219" y="1895474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Configure Receipt Printer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19" y="2085975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Primary sales receipts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466975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9624" y="2703739"/>
            <a:ext cx="152396" cy="9797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38219" y="2581275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Prescription Label Printer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19" y="2771775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Medication labels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3152775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9624" y="3389539"/>
            <a:ext cx="152396" cy="9797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8219" y="3267075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Test Printer Connections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19" y="3457575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Verify hardware setup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27" y="3838574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09624" y="4064453"/>
            <a:ext cx="152396" cy="11974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38219" y="3952874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Set Label Formats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19" y="4143375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Customize label size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" y="4562475"/>
            <a:ext cx="4914777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90575" y="4694300"/>
            <a:ext cx="133346" cy="1173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00119" y="4676775"/>
            <a:ext cx="23049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Use </a:t>
            </a: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thermal printers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for best performance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19689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95887" y="1330138"/>
            <a:ext cx="190495" cy="1400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76878" y="1276350"/>
            <a:ext cx="14668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Backup &amp; Restore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689" y="1781174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33986" y="2007053"/>
            <a:ext cx="152396" cy="11974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62580" y="1895474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Manual Backup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2580" y="2085975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Create immediate backup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19689" y="2466975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33986" y="2687410"/>
            <a:ext cx="152396" cy="13062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62580" y="2581275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Scheduled Backup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2580" y="2771775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Automatic daily/weekly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19689" y="3152775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33986" y="3378653"/>
            <a:ext cx="152396" cy="119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762580" y="3267075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Restore from Backup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2580" y="3457575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Recover previous data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19689" y="3838574"/>
            <a:ext cx="4914777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33986" y="4065814"/>
            <a:ext cx="152396" cy="11702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762580" y="3952874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Export Patient 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2580" y="4143375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For records keeping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19689" y="4562475"/>
            <a:ext cx="4914777" cy="380999"/>
          </a:xfrm>
          <a:prstGeom prst="roundRect">
            <a:avLst>
              <a:gd name="adj" fmla="val 4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514937" y="4696968"/>
            <a:ext cx="133346" cy="11201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724481" y="4676775"/>
            <a:ext cx="24764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Important: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Regular backups protect your data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58141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Controlled Drug Register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11.1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667033" cy="5095874"/>
          </a:xfrm>
          <a:prstGeom prst="roundRect">
            <a:avLst>
              <a:gd name="adj" fmla="val 62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10527"/>
            <a:ext cx="190495" cy="1792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276350"/>
            <a:ext cx="15906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Automatic Logging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81174"/>
            <a:ext cx="3247943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1963510"/>
            <a:ext cx="152396" cy="1306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8219" y="1895474"/>
            <a:ext cx="18192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Every Transaction Recorded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19" y="2085975"/>
            <a:ext cx="18192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Automatic capture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466975"/>
            <a:ext cx="3247943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9624" y="2645228"/>
            <a:ext cx="152396" cy="1387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38219" y="2581275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Cannot Delete or Edit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19" y="2771775"/>
            <a:ext cx="136204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Permanent record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3152775"/>
            <a:ext cx="3247943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FFBEB"/>
              </a:gs>
              <a:gs pos="100000">
                <a:srgbClr val="FFF7ED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9624" y="3351439"/>
            <a:ext cx="152396" cy="9797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8219" y="3267075"/>
            <a:ext cx="17525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Corrections Need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19" y="3457575"/>
            <a:ext cx="17525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Supervisor approval with notes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27" y="3876674"/>
            <a:ext cx="3247943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90575" y="4003166"/>
            <a:ext cx="133346" cy="1280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00119" y="3990974"/>
            <a:ext cx="237166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Legal compliance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for controlled substances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4261" y="1000125"/>
            <a:ext cx="3352716" cy="5095874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20423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752856" y="1242732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019549" y="1190625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Register Format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2856" y="1609724"/>
            <a:ext cx="2933626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829054" y="1722501"/>
            <a:ext cx="133346" cy="1173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038599" y="1704975"/>
            <a:ext cx="2476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2856" y="2028825"/>
            <a:ext cx="2933626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829054" y="2149602"/>
            <a:ext cx="133346" cy="10134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38599" y="2124075"/>
            <a:ext cx="9715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Patient Name &amp; ID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2856" y="2447924"/>
            <a:ext cx="2933626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829054" y="2560700"/>
            <a:ext cx="133346" cy="11734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038599" y="2543175"/>
            <a:ext cx="146681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Prescriber Name &amp; License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2856" y="2867025"/>
            <a:ext cx="2933626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829054" y="2985134"/>
            <a:ext cx="133346" cy="1066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038599" y="2962274"/>
            <a:ext cx="10000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Medication Details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2856" y="3286125"/>
            <a:ext cx="2933626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4829054" y="3398900"/>
            <a:ext cx="133346" cy="11734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038599" y="3381375"/>
            <a:ext cx="105724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Quantity Dispensed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52856" y="3705224"/>
            <a:ext cx="2933626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4829054" y="3823334"/>
            <a:ext cx="133346" cy="10668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038599" y="3800475"/>
            <a:ext cx="91437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Balance on Hand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2856" y="4124324"/>
            <a:ext cx="2933626" cy="3429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4829054" y="4242434"/>
            <a:ext cx="133346" cy="1066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038599" y="4219575"/>
            <a:ext cx="160968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Pharmacist Signature (Digital)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67473" y="1000125"/>
            <a:ext cx="3457488" cy="5095874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 rot="16200000">
            <a:off x="5585576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296067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372265" y="1324535"/>
            <a:ext cx="190495" cy="15127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753256" y="1276350"/>
            <a:ext cx="1400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Inspection Mode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96067" y="1781174"/>
            <a:ext cx="3038399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410364" y="1977117"/>
            <a:ext cx="152396" cy="10341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638959" y="1895474"/>
            <a:ext cx="15620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Special Regulatory 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38959" y="2085975"/>
            <a:ext cx="15620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For MCAZ inspections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96067" y="2466975"/>
            <a:ext cx="3038399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8410364" y="2654753"/>
            <a:ext cx="152396" cy="11974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638959" y="2581275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Clean Print Format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38959" y="2771775"/>
            <a:ext cx="12001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Printer-friendly layout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96067" y="3152775"/>
            <a:ext cx="3038399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8410364" y="3341914"/>
            <a:ext cx="152396" cy="117021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638959" y="3267075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Advanced Search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38959" y="3457575"/>
            <a:ext cx="13429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By date, drug, prescriber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96067" y="3876674"/>
            <a:ext cx="3038399" cy="38099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8391315" y="4005834"/>
            <a:ext cx="133346" cy="12268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600859" y="3990974"/>
            <a:ext cx="178113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Ready for </a:t>
            </a:r>
            <a:r>
              <a:rPr sz="717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regulatory submission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5721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Prescription Record Keeping &amp;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96247" y="247649"/>
            <a:ext cx="1428714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96247" y="247649"/>
            <a:ext cx="142871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11.2 - 11.3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14377" y="1279422"/>
            <a:ext cx="171445" cy="1272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169" y="1238249"/>
            <a:ext cx="11810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Record Keeping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1657350"/>
            <a:ext cx="1609684" cy="72390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590635" y="1790700"/>
            <a:ext cx="152396" cy="114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3426" y="2000250"/>
            <a:ext cx="1457288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All Prescriptions Stored Digitally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43111" y="1657350"/>
            <a:ext cx="1609684" cy="72390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276518" y="1782535"/>
            <a:ext cx="152396" cy="1306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19309" y="2000250"/>
            <a:ext cx="14572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Retention 5 Years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8519" y="1657350"/>
            <a:ext cx="1609684" cy="72390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962400" y="1789339"/>
            <a:ext cx="152396" cy="11702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14717" y="2000250"/>
            <a:ext cx="14572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3629025"/>
            <a:ext cx="533386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-505476" y="48012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7228" y="37814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4377" y="3902791"/>
            <a:ext cx="171445" cy="13826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19169" y="3867149"/>
            <a:ext cx="7619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Audit Trail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7228" y="4286250"/>
            <a:ext cx="499097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33426" y="4399026"/>
            <a:ext cx="133346" cy="1173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42971" y="4381499"/>
            <a:ext cx="19240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Every action on prescription logged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7228" y="4705350"/>
            <a:ext cx="499097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33426" y="4828794"/>
            <a:ext cx="133346" cy="960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42971" y="4800600"/>
            <a:ext cx="201924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who created/verified/dispensed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7228" y="5124449"/>
            <a:ext cx="4990975" cy="342900"/>
          </a:xfrm>
          <a:prstGeom prst="roundRect">
            <a:avLst>
              <a:gd name="adj" fmla="val 2222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33426" y="5237226"/>
            <a:ext cx="133346" cy="11734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42971" y="5219700"/>
            <a:ext cx="141918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Timestamps for all actions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1095" y="1000125"/>
            <a:ext cx="533386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018886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81590" y="11525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38739" y="1262830"/>
            <a:ext cx="171445" cy="1603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43531" y="1238249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Monthly Reports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81590" y="1657350"/>
            <a:ext cx="1609684" cy="72390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114997" y="1787978"/>
            <a:ext cx="152396" cy="11974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457788" y="2000250"/>
            <a:ext cx="1457288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Controlled Substance Summary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67473" y="1657350"/>
            <a:ext cx="1609684" cy="72390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800879" y="1798864"/>
            <a:ext cx="152396" cy="9797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143671" y="2000250"/>
            <a:ext cx="14572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Prescription Volume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62880" y="1657350"/>
            <a:ext cx="1609684" cy="72390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10486762" y="1787978"/>
            <a:ext cx="152396" cy="11974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839079" y="2000250"/>
            <a:ext cx="14572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Import/Export Reports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1095" y="3629025"/>
            <a:ext cx="533386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5018886" y="48012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81590" y="37814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438739" y="3897261"/>
            <a:ext cx="171445" cy="14932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743531" y="3867149"/>
            <a:ext cx="11524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Annual Reports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81590" y="4286250"/>
            <a:ext cx="1609684" cy="72390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7114997" y="4416878"/>
            <a:ext cx="152396" cy="11974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457788" y="4629150"/>
            <a:ext cx="1457288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Controlled Drug Reconciliation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67473" y="4286250"/>
            <a:ext cx="1609684" cy="72390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800879" y="4410074"/>
            <a:ext cx="152396" cy="13334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143671" y="4629150"/>
            <a:ext cx="14572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Stock Take Certification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62880" y="4286250"/>
            <a:ext cx="1609684" cy="72390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10486762" y="4408714"/>
            <a:ext cx="152396" cy="136071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839079" y="4629150"/>
            <a:ext cx="14572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License Renewal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17194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Common Issues &amp; Solutions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67713" y="247649"/>
            <a:ext cx="1057248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7713" y="247649"/>
            <a:ext cx="105724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12.1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14377" y="1273891"/>
            <a:ext cx="171445" cy="1382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169" y="1238249"/>
            <a:ext cx="10286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Cannot Log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1657350"/>
            <a:ext cx="4990975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1788795"/>
            <a:ext cx="133346" cy="800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42971" y="1752599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 internet connection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2076449"/>
            <a:ext cx="4990975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207895"/>
            <a:ext cx="133346" cy="800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2971" y="2171700"/>
            <a:ext cx="16858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Verify username and password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228" y="2495550"/>
            <a:ext cx="4990975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626995"/>
            <a:ext cx="133346" cy="800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42971" y="2590799"/>
            <a:ext cx="17525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"Forgot Password" to reset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228" y="2914650"/>
            <a:ext cx="4990975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3046095"/>
            <a:ext cx="133346" cy="8001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2971" y="3009900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Contact support if persists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3667124"/>
            <a:ext cx="533386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-505476" y="48393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7228" y="38195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4377" y="3942274"/>
            <a:ext cx="171445" cy="135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19169" y="3905249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Prescription Not Found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7228" y="4324349"/>
            <a:ext cx="4990975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4455795"/>
            <a:ext cx="133346" cy="8001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42971" y="4419600"/>
            <a:ext cx="167635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 spelling of patient name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7228" y="4743450"/>
            <a:ext cx="4990975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4874895"/>
            <a:ext cx="133346" cy="8001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42971" y="4838699"/>
            <a:ext cx="17906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by phone number instead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228" y="5162550"/>
            <a:ext cx="4990975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5293995"/>
            <a:ext cx="133346" cy="8001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42971" y="5257800"/>
            <a:ext cx="249548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 if archived (older than retention period)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1095" y="1000125"/>
            <a:ext cx="533386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5018886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81590" y="11525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38739" y="1268361"/>
            <a:ext cx="171445" cy="1493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43531" y="1238249"/>
            <a:ext cx="188590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Insurance Claim Rejected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1590" y="1657350"/>
            <a:ext cx="4990975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57788" y="1788795"/>
            <a:ext cx="133346" cy="8001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667333" y="1752599"/>
            <a:ext cx="187637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Verify patient membership number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81590" y="2076449"/>
            <a:ext cx="4990975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57788" y="2207895"/>
            <a:ext cx="133346" cy="8001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667333" y="2171700"/>
            <a:ext cx="182875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 scheme is active in system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81590" y="2495550"/>
            <a:ext cx="4990975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57788" y="2626995"/>
            <a:ext cx="133346" cy="8001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667333" y="2590799"/>
            <a:ext cx="15620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Verify authorization obtained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91095" y="3667124"/>
            <a:ext cx="533386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 rot="16200000">
            <a:off x="5018886" y="48393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381590" y="38195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38739" y="3935361"/>
            <a:ext cx="171445" cy="14932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743531" y="3905249"/>
            <a:ext cx="1838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Expiry Date Not Showing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81590" y="4324349"/>
            <a:ext cx="4990975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57788" y="4455795"/>
            <a:ext cx="133346" cy="8001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67333" y="4419600"/>
            <a:ext cx="22954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Ensure batch was entered with expiry date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81590" y="4743450"/>
            <a:ext cx="4990975" cy="3429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57788" y="4874895"/>
            <a:ext cx="133346" cy="8001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667333" y="4838699"/>
            <a:ext cx="2038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Check product settings require expiry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25756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Getting Help &amp;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39099" y="247649"/>
            <a:ext cx="1485862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9099" y="247649"/>
            <a:ext cx="148586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12.2 - 12.3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6400639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245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276350"/>
            <a:ext cx="15049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Support Channels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81174"/>
            <a:ext cx="5981550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1988003"/>
            <a:ext cx="152396" cy="11974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19169" y="1876424"/>
            <a:ext cx="55624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Help Center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169" y="2066924"/>
            <a:ext cx="55624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help.appex.co.zw/pharmacy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390774"/>
            <a:ext cx="5981550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90575" y="2600325"/>
            <a:ext cx="152396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19169" y="2486025"/>
            <a:ext cx="55624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Email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169" y="2676524"/>
            <a:ext cx="55624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pharmacy-support@appex.co.zw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3000375"/>
            <a:ext cx="5981550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90575" y="3207203"/>
            <a:ext cx="152396" cy="11974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19169" y="3095625"/>
            <a:ext cx="55624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Phone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169" y="3286125"/>
            <a:ext cx="55624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+263 242 123456 (option 2 for pharmacy)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27" y="3609975"/>
            <a:ext cx="5981550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90575" y="3811360"/>
            <a:ext cx="152396" cy="1306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19169" y="3705224"/>
            <a:ext cx="55624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WhatsApp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169" y="3895724"/>
            <a:ext cx="55624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+263 77 123 4567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" y="4219575"/>
            <a:ext cx="5981550" cy="533399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90575" y="4420960"/>
            <a:ext cx="152396" cy="1306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19169" y="4314825"/>
            <a:ext cx="55624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Live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9169" y="4505325"/>
            <a:ext cx="55624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Available on website 8am - 5pm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57868" y="1000125"/>
            <a:ext cx="4267093" cy="509587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48363" y="12287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524561" y="1348627"/>
            <a:ext cx="190495" cy="17929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905552" y="1314450"/>
            <a:ext cx="16287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Regulatory Support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48363" y="1819275"/>
            <a:ext cx="3886102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562660" y="1981199"/>
            <a:ext cx="152396" cy="13334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791255" y="1952624"/>
            <a:ext cx="10667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MCAZ Reporting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9354" y="2200275"/>
            <a:ext cx="33908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regulatory@appex.co.zw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48363" y="2581275"/>
            <a:ext cx="3886102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562660" y="2750003"/>
            <a:ext cx="152396" cy="11974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791255" y="2714625"/>
            <a:ext cx="15906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Controlled Drug Register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9354" y="2962274"/>
            <a:ext cx="33908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compliance@appex.co.zw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48363" y="3343275"/>
            <a:ext cx="3886102" cy="647699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FFFBEB"/>
              </a:gs>
              <a:gs pos="100000">
                <a:srgbClr val="FFF7ED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562660" y="3512003"/>
            <a:ext cx="152396" cy="119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791255" y="3476624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Inspection Preparation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29354" y="3724274"/>
            <a:ext cx="33908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Request inspection-ready report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48363" y="4143375"/>
            <a:ext cx="3886102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543611" y="4275200"/>
            <a:ext cx="133346" cy="11734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753156" y="4257675"/>
            <a:ext cx="25240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Specialized support for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regulatory compliance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A"/>
            </a:gs>
            <a:gs pos="100000">
              <a:srgbClr val="D1FAE5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0F766E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029200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59669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4005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Quick Reference - Key Terms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53436" y="247649"/>
            <a:ext cx="971525" cy="304800"/>
          </a:xfrm>
          <a:prstGeom prst="roundRect">
            <a:avLst>
              <a:gd name="adj" fmla="val 6249375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53436" y="247649"/>
            <a:ext cx="97152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61980" y="1144360"/>
            <a:ext cx="152396" cy="1306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0575" y="1114425"/>
            <a:ext cx="1619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2420" y="1114425"/>
            <a:ext cx="7619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1495424"/>
            <a:ext cx="5352916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61980" y="1642382"/>
            <a:ext cx="152396" cy="1251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0575" y="1609724"/>
            <a:ext cx="2857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OTC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8934" y="1609724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Over-the-counter (non-prescription)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1990724"/>
            <a:ext cx="5352916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1980" y="2126796"/>
            <a:ext cx="152396" cy="14695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0575" y="2105024"/>
            <a:ext cx="4095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MCAZ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5092" y="2105024"/>
            <a:ext cx="26193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Medicines Control Authority of Zimbabwe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2486025"/>
            <a:ext cx="5352916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1980" y="2635703"/>
            <a:ext cx="152396" cy="11974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90575" y="26003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4301" y="2600325"/>
            <a:ext cx="1000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Controlled Drug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2981325"/>
            <a:ext cx="5352916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1980" y="3131003"/>
            <a:ext cx="152396" cy="11974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0575" y="3095625"/>
            <a:ext cx="6095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2696" y="3095625"/>
            <a:ext cx="277170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Classification of controlled substances (1-6)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045" y="1000125"/>
            <a:ext cx="5352916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267293" y="1149803"/>
            <a:ext cx="152396" cy="11974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5887" y="1114425"/>
            <a:ext cx="238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4781" y="1114425"/>
            <a:ext cx="17049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Drug Identification Number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045" y="1495424"/>
            <a:ext cx="5352916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267293" y="1647825"/>
            <a:ext cx="152396" cy="1143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95887" y="1609724"/>
            <a:ext cx="5143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Generic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8088" y="1609724"/>
            <a:ext cx="19716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Non-brand name of medication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045" y="1990724"/>
            <a:ext cx="5352916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267293" y="2132239"/>
            <a:ext cx="152396" cy="13607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95887" y="2105024"/>
            <a:ext cx="3809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Brand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43891" y="2105024"/>
            <a:ext cx="10858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Proprietary name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045" y="2486025"/>
            <a:ext cx="5352916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267293" y="2630260"/>
            <a:ext cx="152396" cy="13062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495887" y="2600325"/>
            <a:ext cx="7143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Cold Chain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9989" y="2600325"/>
            <a:ext cx="20097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Temperature-controlled storage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045" y="2981325"/>
            <a:ext cx="5352916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0FDFA"/>
              </a:gs>
              <a:gs pos="100000">
                <a:srgbClr val="D1FAE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267293" y="3125560"/>
            <a:ext cx="152396" cy="13062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95887" y="3095625"/>
            <a:ext cx="2762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39159" y="3095625"/>
            <a:ext cx="7905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Point of Sale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6733" y="6248400"/>
            <a:ext cx="10858228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A"/>
              </a:gs>
              <a:gs pos="100000">
                <a:srgbClr val="F0FDF4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81030" y="6411685"/>
            <a:ext cx="152396" cy="13062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09624" y="6381749"/>
            <a:ext cx="36765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Essential terminology for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pharmacy staff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using the system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858000"/>
            <a:ext cx="12191695" cy="762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50000">
                <a:srgbClr val="059669"/>
              </a:gs>
              <a:gs pos="100000">
                <a:srgbClr val="0F766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