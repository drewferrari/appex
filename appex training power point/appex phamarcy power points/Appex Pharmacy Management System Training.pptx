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5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Relationship Id="rId17" Type="http://schemas.openxmlformats.org/officeDocument/2006/relationships/image" Target="../media/image87.png"/><Relationship Id="rId18" Type="http://schemas.openxmlformats.org/officeDocument/2006/relationships/image" Target="../media/image8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5966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3105072" cy="419100"/>
          </a:xfrm>
          <a:prstGeom prst="roundRect">
            <a:avLst>
              <a:gd name="adj" fmla="val 454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310507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PHARMACY MANAGEMENT SYSTEM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Appex Pharmacy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Management System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31526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Training for Pharmacy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Prescription &amp;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80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Regulatory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Medical Aid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914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Temperature 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671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Introduction -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6289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81677" y="2286634"/>
            <a:ext cx="2628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82541"/>
            <a:ext cx="228594" cy="1971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47775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Specialized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1647825"/>
            <a:ext cx="3305092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Comprehensive POS and inventory management designed for: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2257425"/>
            <a:ext cx="3305092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Retail pharmacies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325460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2581275"/>
            <a:ext cx="3305092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Hospital pharmacies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649310"/>
            <a:ext cx="152396" cy="1306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27" y="2905124"/>
            <a:ext cx="3305092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Clinic dispensaries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973160"/>
            <a:ext cx="152396" cy="1306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5327" y="3228975"/>
            <a:ext cx="3305092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Wholesale pharmaceutical operations</a:t>
            </a:r>
            <a:r>
              <a:rPr sz="956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297010"/>
            <a:ext cx="152396" cy="13062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6733" y="3819524"/>
            <a:ext cx="3724181" cy="2809875"/>
          </a:xfrm>
          <a:prstGeom prst="roundRect">
            <a:avLst>
              <a:gd name="adj" fmla="val 8135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" y="4107179"/>
            <a:ext cx="228594" cy="2057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71545" y="4019549"/>
            <a:ext cx="301934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MCAZ &amp; ZIMRA Compliant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regulatory requirements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9509" y="103822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14837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138779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1905" y="1857375"/>
            <a:ext cx="192400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4321" y="2352675"/>
            <a:ext cx="1200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Tracking &amp;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53076" y="103822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57928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53176" y="1387792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53096" y="1857375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2640" y="2124075"/>
            <a:ext cx="14191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Legal compliance 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6167" y="103822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01019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296267" y="1377791"/>
            <a:ext cx="228594" cy="19716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829554" y="1857375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3376" y="2124075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Automated alerts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9509" y="319087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514837" y="33813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10084" y="3540442"/>
            <a:ext cx="228594" cy="1771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71905" y="4010024"/>
            <a:ext cx="192400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Medication 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48143" y="4505325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records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53076" y="319087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57928" y="33813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953176" y="3531870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267393" y="4010024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Processing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2185" y="4276725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Medical aid claims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96167" y="3190874"/>
            <a:ext cx="2228794" cy="2038349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01019" y="33813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296267" y="3531870"/>
            <a:ext cx="228594" cy="1943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581910" y="4010024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Compliance Reporting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1475" y="4276725"/>
            <a:ext cx="8286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ZIMRA &amp; MCAZ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19509" y="5353049"/>
            <a:ext cx="6905452" cy="1276350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71905" y="55435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867153" y="5694045"/>
            <a:ext cx="228594" cy="19430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343391" y="5562600"/>
            <a:ext cx="42575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 Monitoring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3391" y="5848350"/>
            <a:ext cx="42575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 tracking for sensitive medications with real-time alerts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0029" y="5686425"/>
            <a:ext cx="914377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029" y="5686425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Refrigerated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810604" y="5686425"/>
            <a:ext cx="56196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10604" y="5686425"/>
            <a:ext cx="5619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2-8°C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529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Getting Started - Login &amp;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10584" y="247649"/>
            <a:ext cx="914377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10584" y="24764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27635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Login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331461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575" y="1895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575" y="18954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17" y="1876424"/>
            <a:ext cx="22954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Open browser →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appex.co.zw/login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14575"/>
            <a:ext cx="331461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575" y="24288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575" y="24288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17" y="2409825"/>
            <a:ext cx="140966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username/email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847974"/>
            <a:ext cx="331461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0575" y="29622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575" y="29622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4417" y="2943225"/>
            <a:ext cx="100009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381375"/>
            <a:ext cx="331461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575" y="3495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575" y="3495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4417" y="3476624"/>
            <a:ext cx="128584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"Login"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button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914775"/>
            <a:ext cx="3314617" cy="438149"/>
          </a:xfrm>
          <a:prstGeom prst="roundRect">
            <a:avLst>
              <a:gd name="adj" fmla="val 3478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4069896"/>
            <a:ext cx="152396" cy="14695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9169" y="4010024"/>
            <a:ext cx="22002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If 2FA enabled, enter code sent to phone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935" y="1000125"/>
            <a:ext cx="693402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43331" y="124273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10024" y="1190625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First-Time Setup Wizard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43331" y="1571625"/>
            <a:ext cx="3266993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57628" y="1704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57628" y="1704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2420" y="1685925"/>
            <a:ext cx="27336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2420" y="1914525"/>
            <a:ext cx="273360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Pharmacy name, License number, MCAZ registration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5572" y="1571625"/>
            <a:ext cx="3266993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19869" y="1704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9869" y="1704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4661" y="1685925"/>
            <a:ext cx="27336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Regulatory Settings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4661" y="1914525"/>
            <a:ext cx="273360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MCAZ license, Pharmacy Council, Controlled drug requirements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43331" y="2428875"/>
            <a:ext cx="3266993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57628" y="2562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57628" y="25622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2420" y="2543175"/>
            <a:ext cx="20097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2420" y="2771775"/>
            <a:ext cx="20097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Primary currency, Dual pricing option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5572" y="2428875"/>
            <a:ext cx="3266993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9869" y="2562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9869" y="25622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4661" y="2543175"/>
            <a:ext cx="20097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Insurance/Medical Aid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4661" y="2771775"/>
            <a:ext cx="20097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schemes, Set claim percentages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43331" y="3133724"/>
            <a:ext cx="6629234" cy="990599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857628" y="3267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57628" y="3267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2420" y="3248024"/>
            <a:ext cx="60958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Accounts &amp; Roles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62420" y="3514725"/>
            <a:ext cx="1466813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29154" y="3608450"/>
            <a:ext cx="133346" cy="11734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248143" y="38099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05432" y="3514725"/>
            <a:ext cx="1466813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72165" y="3613784"/>
            <a:ext cx="133346" cy="1066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91155" y="38099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Technician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48443" y="3514725"/>
            <a:ext cx="1466813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15177" y="3608450"/>
            <a:ext cx="133346" cy="1173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34166" y="38099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91455" y="3514725"/>
            <a:ext cx="1466813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58188" y="3613784"/>
            <a:ext cx="133346" cy="1066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877178" y="38099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43331" y="4219575"/>
            <a:ext cx="6629234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857628" y="4391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57628" y="4391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2420" y="4333875"/>
            <a:ext cx="24954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Setup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2420" y="4524374"/>
            <a:ext cx="24954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Review all settings → Click "Go to Dashboard"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72525" y="4382860"/>
            <a:ext cx="285742" cy="24492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10584" y="247649"/>
            <a:ext cx="914377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10584" y="24764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10858228" cy="638175"/>
          </a:xfrm>
          <a:prstGeom prst="roundRect">
            <a:avLst>
              <a:gd name="adj" fmla="val 358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13686" y="1253172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23949"/>
            <a:ext cx="1466813" cy="3809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3978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1219200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0239" y="1143000"/>
            <a:ext cx="2438339" cy="342900"/>
          </a:xfrm>
          <a:prstGeom prst="roundRect">
            <a:avLst>
              <a:gd name="adj" fmla="val 4444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552636" y="1255939"/>
            <a:ext cx="152396" cy="1170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1230" y="1219200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Search products, patients...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7078" y="1114425"/>
            <a:ext cx="419089" cy="409574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00899" y="1241168"/>
            <a:ext cx="171445" cy="1465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72365" y="1114425"/>
            <a:ext cx="419089" cy="409574"/>
          </a:xfrm>
          <a:prstGeom prst="roundRect">
            <a:avLst>
              <a:gd name="adj" fmla="val 3720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96187" y="1239786"/>
            <a:ext cx="171445" cy="14932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867653" y="1181099"/>
            <a:ext cx="657208" cy="28575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1475" y="1238249"/>
            <a:ext cx="238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267693" y="1269111"/>
            <a:ext cx="133346" cy="9067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601059" y="1181099"/>
            <a:ext cx="809604" cy="28575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724881" y="1263777"/>
            <a:ext cx="133346" cy="10134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96327" y="1238249"/>
            <a:ext cx="3905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Branch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6733" y="1854916"/>
            <a:ext cx="171445" cy="13826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66733" y="2133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81030" y="2349313"/>
            <a:ext cx="190495" cy="1400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43111" y="234315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30" y="2590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$2,450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30" y="2895600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5072" y="2133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219369" y="23437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71925" y="234315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9369" y="2590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9369" y="2895600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Prescriptions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3886" y="2133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48183" y="2357717"/>
            <a:ext cx="190495" cy="1232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0264" y="234315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8183" y="2590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8183" y="2895600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Patients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3276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81030" y="348110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600259" y="3486150"/>
            <a:ext cx="2666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Alert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30" y="3733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30" y="4038599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Low Stock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05072" y="3276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219369" y="3479706"/>
            <a:ext cx="190495" cy="16528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33826" y="3486150"/>
            <a:ext cx="3809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Urgent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19369" y="3733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19369" y="4038599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Expiring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33886" y="3276599"/>
            <a:ext cx="2324041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648183" y="3476905"/>
            <a:ext cx="190495" cy="17088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381690" y="3486150"/>
            <a:ext cx="3619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8183" y="37337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48183" y="4038599"/>
            <a:ext cx="20954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Pending Rx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010324" y="1849386"/>
            <a:ext cx="171445" cy="149327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8010324" y="2133599"/>
            <a:ext cx="3514637" cy="619124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10324" y="2828925"/>
            <a:ext cx="3514637" cy="619124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10324" y="3524250"/>
            <a:ext cx="3514637" cy="619124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10324" y="4219575"/>
            <a:ext cx="3514637" cy="619124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10324" y="4914900"/>
            <a:ext cx="3514637" cy="619124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438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POS Interface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4.1 - 4.2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2952676" cy="5095874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2427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22" y="11906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1571625"/>
            <a:ext cx="264788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Categories: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800225"/>
            <a:ext cx="1219169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800225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Drugs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447" y="1800225"/>
            <a:ext cx="771505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5447" y="1800225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OTC Meds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2085975"/>
            <a:ext cx="781030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29" y="2085975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Cosmetics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7308" y="2085975"/>
            <a:ext cx="1133446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7308" y="208597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Medical Supplies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129" y="2371725"/>
            <a:ext cx="752456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29" y="2371725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Baby Care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8734" y="2371725"/>
            <a:ext cx="676258" cy="228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8734" y="2371725"/>
            <a:ext cx="6762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Vitamins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2714625"/>
            <a:ext cx="2647883" cy="495299"/>
          </a:xfrm>
          <a:prstGeom prst="roundRect">
            <a:avLst>
              <a:gd name="adj" fmla="val 30769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2903764"/>
            <a:ext cx="152396" cy="1170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2971" y="2809875"/>
            <a:ext cx="22287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Search by name, generic, or manufacturer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3324225"/>
            <a:ext cx="2647883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34781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62020" y="347662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Barcode Scanner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71805" y="1000125"/>
            <a:ext cx="3800379" cy="509587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924201" y="12427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90895" y="1190625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Shopping 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201" y="1571625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95807" y="157162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Qty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085" y="157162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4201" y="1962149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Amoxicillin 500mg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924201" y="2163040"/>
            <a:ext cx="114297" cy="9351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057548" y="2133599"/>
            <a:ext cx="64768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F4444"/>
                </a:solidFill>
                <a:latin typeface="Inter"/>
                <a:rFonts ascii="Inter" hAnsi="Inter" eastAsia="Inter" cs="Inter"/>
              </a:rPr>
              <a:t>Rx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5807" y="2047874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085" y="2047874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$12.50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4201" y="2524125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Paracetamol 500mg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95807" y="252412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085" y="252412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$4.00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24201" y="2876549"/>
            <a:ext cx="3495587" cy="1419225"/>
          </a:xfrm>
          <a:prstGeom prst="roundRect">
            <a:avLst>
              <a:gd name="adj" fmla="val 10738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8499" y="2990849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Subtotal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4026" y="2990849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$16.50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8499" y="3200400"/>
            <a:ext cx="6572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VAT (14.5%)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81650" y="3200400"/>
            <a:ext cx="3238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$2.39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8499" y="3409950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Insurance Portion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4026" y="3409950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$14.68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8499" y="3619499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Patient Portion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0699" y="3619499"/>
            <a:ext cx="3047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$4.21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8499" y="3914775"/>
            <a:ext cx="3238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4006" y="3914775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$18.89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24581" y="1000125"/>
            <a:ext cx="3800379" cy="509587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76978" y="1253938"/>
            <a:ext cx="190495" cy="14007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143671" y="1190625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&amp; Payment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6978" y="159067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Patient Section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10584" y="1571625"/>
            <a:ext cx="76198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876978" y="1876424"/>
            <a:ext cx="3495587" cy="419100"/>
          </a:xfrm>
          <a:prstGeom prst="roundRect">
            <a:avLst>
              <a:gd name="adj" fmla="val 3636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72225" y="2027464"/>
            <a:ext cx="152396" cy="11702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200819" y="200977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Search by name, phone, patient #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76978" y="2371725"/>
            <a:ext cx="1323941" cy="2286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76978" y="2371725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Medication History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953176" y="2439265"/>
            <a:ext cx="114297" cy="9351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9277118" y="2371725"/>
            <a:ext cx="1238219" cy="2286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77118" y="2371725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Insurance Details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53316" y="2436668"/>
            <a:ext cx="114297" cy="9871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876978" y="2752725"/>
            <a:ext cx="34955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Methods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76978" y="3019424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53216" y="3174897"/>
            <a:ext cx="171445" cy="12720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62700" y="340042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8048" y="3019424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543811" y="3158305"/>
            <a:ext cx="171445" cy="16038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43771" y="340042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248643" y="3019424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724881" y="3158305"/>
            <a:ext cx="171445" cy="16038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334366" y="340042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76978" y="3695699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53216" y="3851172"/>
            <a:ext cx="171445" cy="12720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962700" y="4076699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58048" y="3695699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4"/>
          </a:solidFill>
          <a:ln w="825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543811" y="3840111"/>
            <a:ext cx="171445" cy="14932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9143771" y="4076699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Medical Aid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248643" y="3695699"/>
            <a:ext cx="1123921" cy="619124"/>
          </a:xfrm>
          <a:prstGeom prst="roundRect">
            <a:avLst>
              <a:gd name="adj" fmla="val 12307"/>
            </a:avLst>
          </a:prstGeom>
          <a:solidFill>
            <a:srgbClr val="F0FDFA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724881" y="3837345"/>
            <a:ext cx="171445" cy="15485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0334366" y="4076699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Bank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876978" y="4467224"/>
            <a:ext cx="3495587" cy="419100"/>
          </a:xfrm>
          <a:prstGeom prst="roundRect">
            <a:avLst>
              <a:gd name="adj" fmla="val 3636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Processing a Sale - Steps 1-4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1228725"/>
            <a:ext cx="761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18" y="1190625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Identify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1476375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Required for prescription drugs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6318" y="1743075"/>
            <a:ext cx="4590935" cy="41910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371565" y="1894114"/>
            <a:ext cx="152396" cy="1170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159" y="185737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22383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76318" y="2505074"/>
            <a:ext cx="4590935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71565" y="2657475"/>
            <a:ext cx="152396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159" y="2619374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Patient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71565" y="2928504"/>
            <a:ext cx="114297" cy="675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3961" y="2886075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 &amp; Phone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600359" y="2928504"/>
            <a:ext cx="114297" cy="675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52756" y="2886075"/>
            <a:ext cx="6762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Date of Birth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71565" y="3138054"/>
            <a:ext cx="114297" cy="675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23961" y="3095625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045" y="1000125"/>
            <a:ext cx="535291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4441" y="1190625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8739" y="1228725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630" y="1190625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Attach Prescription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630" y="1476375"/>
            <a:ext cx="16192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Link prescription to sale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81630" y="1811110"/>
            <a:ext cx="152396" cy="130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10224" y="1743075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"Attach Prescription"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1630" y="2066924"/>
            <a:ext cx="4590935" cy="80010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878" y="2162174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Option: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76878" y="2394585"/>
            <a:ext cx="133346" cy="106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67373" y="23717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Existing prescription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76878" y="2617850"/>
            <a:ext cx="133346" cy="1173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67373" y="2600325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new prescription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1630" y="2943225"/>
            <a:ext cx="45909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new: Enter prescriber details &amp; medication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3648074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9129" y="3838574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426" y="3876674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6318" y="3838574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6318" y="4124324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 items to cart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76318" y="4391025"/>
            <a:ext cx="4590935" cy="590549"/>
          </a:xfrm>
          <a:prstGeom prst="roundRect">
            <a:avLst>
              <a:gd name="adj" fmla="val 25806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565" y="4486275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Manual Selection: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565" y="4714875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category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190695" y="4740401"/>
            <a:ext cx="133346" cy="10134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362140" y="4714875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product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114597" y="4740401"/>
            <a:ext cx="133346" cy="10134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286042" y="4714875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quantity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2516" y="50577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76318" y="5324474"/>
            <a:ext cx="4590935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371565" y="5478411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19209" y="5457825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 Barcode Scanner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38259" y="5724524"/>
            <a:ext cx="41337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Scan product → Auto-adds to cart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045" y="3648074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24441" y="3838574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8739" y="3876674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1630" y="3838574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Verification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1630" y="4124324"/>
            <a:ext cx="2038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Pharmacist authorization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81630" y="4391025"/>
            <a:ext cx="4590935" cy="476249"/>
          </a:xfrm>
          <a:prstGeom prst="roundRect">
            <a:avLst>
              <a:gd name="adj" fmla="val 32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876878" y="4537982"/>
            <a:ext cx="152396" cy="12518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105472" y="4524374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For Prescription Drugs Only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781630" y="4999101"/>
            <a:ext cx="133346" cy="11734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991175" y="4943475"/>
            <a:ext cx="18573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Pharmacist enters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license number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781630" y="5279136"/>
            <a:ext cx="133346" cy="9067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991175" y="5210174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 scans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fingerprint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81630" y="5495924"/>
            <a:ext cx="4590935" cy="342900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857828" y="5606033"/>
            <a:ext cx="133346" cy="12268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067373" y="5591175"/>
            <a:ext cx="20859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logs which pharmacist verified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672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Processing a Sale - Steps 5-8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26" y="1228725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18" y="119062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1476375"/>
            <a:ext cx="13715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medical aid patients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1813832"/>
            <a:ext cx="152396" cy="8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4912" y="1762125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medical aid scheme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118632"/>
            <a:ext cx="152396" cy="87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4912" y="2066924"/>
            <a:ext cx="25335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authorization number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(if required)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76318" y="2352675"/>
            <a:ext cx="4590935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565" y="2447924"/>
            <a:ext cx="10477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calculates: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65" y="263842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Insurance portion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1015" y="2638425"/>
            <a:ext cx="3809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$14.68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565" y="2790824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Patient portion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7213" y="2790824"/>
            <a:ext cx="3047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$4.21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3185432"/>
            <a:ext cx="152396" cy="870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4912" y="3133724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"Apply"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045" y="1000125"/>
            <a:ext cx="5352916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24441" y="1190625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739" y="1228725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630" y="1190625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Discounts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630" y="1476375"/>
            <a:ext cx="157158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 discount application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81630" y="1813832"/>
            <a:ext cx="152396" cy="870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10224" y="1762125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"Add Discount"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81630" y="2118632"/>
            <a:ext cx="152396" cy="870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10224" y="2066924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percentage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fixed amount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1630" y="2352675"/>
            <a:ext cx="4590935" cy="590549"/>
          </a:xfrm>
          <a:prstGeom prst="roundRect">
            <a:avLst>
              <a:gd name="adj" fmla="val 25806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878" y="2447924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Reason: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76878" y="2638425"/>
            <a:ext cx="923901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878" y="2638425"/>
            <a:ext cx="9239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Staff discount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57928" y="2638425"/>
            <a:ext cx="904852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57928" y="2638425"/>
            <a:ext cx="90485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Senior citizen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19929" y="2638425"/>
            <a:ext cx="723881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9929" y="2638425"/>
            <a:ext cx="72388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Promotion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81630" y="3090182"/>
            <a:ext cx="152396" cy="870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10224" y="3038475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"Apply"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33" y="3648074"/>
            <a:ext cx="5352916" cy="2809875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9129" y="3838574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2951" y="3876674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6318" y="3838574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76318" y="4124324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transaction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76318" y="4391025"/>
            <a:ext cx="2257368" cy="514350"/>
          </a:xfrm>
          <a:prstGeom prst="roundRect">
            <a:avLst>
              <a:gd name="adj" fmla="val 1481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52516" y="4511801"/>
            <a:ext cx="133346" cy="10134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23961" y="4486275"/>
            <a:ext cx="2857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2516" y="4676775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amount tendered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9884" y="4391025"/>
            <a:ext cx="2257368" cy="514350"/>
          </a:xfrm>
          <a:prstGeom prst="roundRect">
            <a:avLst>
              <a:gd name="adj" fmla="val 1481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86082" y="4498466"/>
            <a:ext cx="133346" cy="12801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857528" y="4486275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Mobile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86082" y="4676775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transaction ref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76318" y="4981574"/>
            <a:ext cx="4590935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371565" y="512581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00159" y="5114925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For medical aid: verify claim details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76318" y="5476875"/>
            <a:ext cx="4590935" cy="3809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72045" y="3648074"/>
            <a:ext cx="5352916" cy="2809875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24441" y="3838574"/>
            <a:ext cx="342891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0F766E"/>
              </a:gs>
              <a:gs pos="100000">
                <a:srgbClr val="05966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8739" y="3876674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1630" y="3838574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Options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1630" y="412432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Print or send receipt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81630" y="4391025"/>
            <a:ext cx="225736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76878" y="4550491"/>
            <a:ext cx="171445" cy="13826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876878" y="4791075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 Receipt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15197" y="4391025"/>
            <a:ext cx="225736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210444" y="4564318"/>
            <a:ext cx="171445" cy="11061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210444" y="4791075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Label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81630" y="5114925"/>
            <a:ext cx="225736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876878" y="5268861"/>
            <a:ext cx="171445" cy="14932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876878" y="5514975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15197" y="5114925"/>
            <a:ext cx="2257368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210444" y="5279922"/>
            <a:ext cx="171445" cy="12720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210444" y="5514975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81630" y="5838824"/>
            <a:ext cx="4590935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0FDFA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876878" y="5992761"/>
            <a:ext cx="171445" cy="149327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162620" y="6038849"/>
            <a:ext cx="1257268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 Medication Guide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9339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Special Pharmacy POS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619374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76914" y="2243772"/>
            <a:ext cx="2619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5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181099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4417" y="1447800"/>
            <a:ext cx="211449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Enhanced security measures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793367"/>
            <a:ext cx="133346" cy="128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6773" y="174307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Double verification required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084450"/>
            <a:ext cx="133346" cy="1173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773" y="2028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Auto-logs in controlled drug register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370200"/>
            <a:ext cx="133346" cy="1173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6773" y="2314575"/>
            <a:ext cx="24478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Records patient ID &amp; prescriber license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2661285"/>
            <a:ext cx="133346" cy="106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260032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Prints additional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045" y="1000125"/>
            <a:ext cx="5352916" cy="2619374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928398" y="2243772"/>
            <a:ext cx="2619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2540" y="11525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1309687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9729" y="118109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Generic Substitution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9729" y="1447800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Smart alternatives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1805368"/>
            <a:ext cx="133346" cy="10401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085" y="1743075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Suggests generic alternatives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2089784"/>
            <a:ext cx="133346" cy="1066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72085" y="202882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Shows price difference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62540" y="2370200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72085" y="2314575"/>
            <a:ext cx="18763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Requires pharmacist approval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3771900"/>
            <a:ext cx="5352916" cy="2333624"/>
          </a:xfrm>
          <a:prstGeom prst="roundRect">
            <a:avLst>
              <a:gd name="adj" fmla="val 97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434039" y="4872672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7228" y="3924299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33426" y="4060031"/>
            <a:ext cx="228594" cy="1857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14417" y="3943350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Drug Interaction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4417" y="4210049"/>
            <a:ext cx="19335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Safety monitoring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7228" y="4575810"/>
            <a:ext cx="133346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66773" y="4514850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Checks patient's current medications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57228" y="4857559"/>
            <a:ext cx="133346" cy="11468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6773" y="4800600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Alerts of potential interactions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57228" y="5153977"/>
            <a:ext cx="133346" cy="9334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66773" y="5086350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Requires override with notes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045" y="3771900"/>
            <a:ext cx="5352916" cy="2333624"/>
          </a:xfrm>
          <a:prstGeom prst="roundRect">
            <a:avLst>
              <a:gd name="adj" fmla="val 97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071273" y="4872672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62540" y="3924299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38739" y="4055745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19729" y="3943350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Verification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9729" y="4210049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Real-time validation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362540" y="4570476"/>
            <a:ext cx="133346" cy="11734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572085" y="4514850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Real-time eligibility check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362540" y="4861560"/>
            <a:ext cx="133346" cy="1066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72085" y="4800600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Shows co-payment amounts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362540" y="5148643"/>
            <a:ext cx="133346" cy="10401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72085" y="5086350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Tracks annual limits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400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Managing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50831"/>
            <a:ext cx="190495" cy="165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1000125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419225"/>
            <a:ext cx="2895527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80" y="15144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80" y="15144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" y="151447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Sales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1704975"/>
            <a:ext cx="16192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→ Sales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8459" y="1419225"/>
            <a:ext cx="2895527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33706" y="15144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706" y="15144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399" y="1514475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399" y="1704975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Locate the sale to return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028825"/>
            <a:ext cx="2895527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1980" y="21240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80" y="21240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674" y="2124075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674" y="2314575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"Process Return"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8459" y="2028825"/>
            <a:ext cx="2895527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33706" y="21240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706" y="21240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0399" y="2124075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399" y="2314575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items to return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2676524"/>
            <a:ext cx="1904952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980" y="27717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980" y="27717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674" y="2771775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674" y="2962274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Required field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7883" y="2676524"/>
            <a:ext cx="1904952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131" y="27717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131" y="27717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9824" y="2771775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Refund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09824" y="2962274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Method selection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9034" y="2676524"/>
            <a:ext cx="1904952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24281" y="27717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4281" y="27717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0975" y="2771775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0975" y="2962274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Confirm return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3324225"/>
            <a:ext cx="5867253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510730"/>
            <a:ext cx="171445" cy="16038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28674" y="3438525"/>
            <a:ext cx="28098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Updates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674" y="3667124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updates inventory &amp; controlled drug register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24481" y="1000125"/>
            <a:ext cx="4800479" cy="52197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14977" y="1286435"/>
            <a:ext cx="190495" cy="15127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181670" y="122872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 Reasons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14977" y="1647825"/>
            <a:ext cx="4419489" cy="6858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29274" y="1823576"/>
            <a:ext cx="171445" cy="1437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76918" y="1800225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Damaged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5967" y="2066924"/>
            <a:ext cx="39242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damaged or defective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14977" y="2409825"/>
            <a:ext cx="4419489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29274" y="2582811"/>
            <a:ext cx="171445" cy="14932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276918" y="2562224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5967" y="2828925"/>
            <a:ext cx="39242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past expiration date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14977" y="3171825"/>
            <a:ext cx="4419489" cy="6858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29274" y="3344811"/>
            <a:ext cx="171445" cy="14932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276918" y="3324225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Allergy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95967" y="3590924"/>
            <a:ext cx="39242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Allergic reaction to medication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14977" y="3933824"/>
            <a:ext cx="4419489" cy="6858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29274" y="4106811"/>
            <a:ext cx="171445" cy="1493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276918" y="408622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Wrong Medication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5967" y="4352924"/>
            <a:ext cx="39242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Incorrect product dispensed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14977" y="4695824"/>
            <a:ext cx="4419489" cy="6858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29274" y="4918587"/>
            <a:ext cx="171445" cy="4977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276918" y="4848225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Other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5967" y="5114925"/>
            <a:ext cx="39242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Additional reasons with notes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14977" y="5534025"/>
            <a:ext cx="4419489" cy="495299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038799" y="5725885"/>
            <a:ext cx="152396" cy="13062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267393" y="5657850"/>
            <a:ext cx="29431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prescription drugs, always document reason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