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11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3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46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57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8.png"/><Relationship Id="rId4" Type="http://schemas.openxmlformats.org/officeDocument/2006/relationships/image" Target="../media/image10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7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80.png"/><Relationship Id="rId11" Type="http://schemas.openxmlformats.org/officeDocument/2006/relationships/image" Target="../media/image92.png"/><Relationship Id="rId12" Type="http://schemas.openxmlformats.org/officeDocument/2006/relationships/image" Target="../media/image93.png"/><Relationship Id="rId13" Type="http://schemas.openxmlformats.org/officeDocument/2006/relationships/image" Target="../media/image94.png"/><Relationship Id="rId14" Type="http://schemas.openxmlformats.org/officeDocument/2006/relationships/image" Target="../media/image95.png"/><Relationship Id="rId15" Type="http://schemas.openxmlformats.org/officeDocument/2006/relationships/image" Target="../media/image96.png"/><Relationship Id="rId16" Type="http://schemas.openxmlformats.org/officeDocument/2006/relationships/image" Target="../media/image97.png"/><Relationship Id="rId17" Type="http://schemas.openxmlformats.org/officeDocument/2006/relationships/image" Target="../media/image98.png"/><Relationship Id="rId18" Type="http://schemas.openxmlformats.org/officeDocument/2006/relationships/image" Target="../media/image9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99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3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107.png"/><Relationship Id="rId12" Type="http://schemas.openxmlformats.org/officeDocument/2006/relationships/image" Target="../media/image10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72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image" Target="../media/image1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72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Relationship Id="rId11" Type="http://schemas.openxmlformats.org/officeDocument/2006/relationships/image" Target="../media/image140.png"/><Relationship Id="rId12" Type="http://schemas.openxmlformats.org/officeDocument/2006/relationships/image" Target="../media/image1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24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30.png"/><Relationship Id="rId11" Type="http://schemas.openxmlformats.org/officeDocument/2006/relationships/image" Target="../media/image149.png"/><Relationship Id="rId12" Type="http://schemas.openxmlformats.org/officeDocument/2006/relationships/image" Target="../media/image150.png"/><Relationship Id="rId13" Type="http://schemas.openxmlformats.org/officeDocument/2006/relationships/image" Target="../media/image151.png"/><Relationship Id="rId14" Type="http://schemas.openxmlformats.org/officeDocument/2006/relationships/image" Target="../media/image152.png"/><Relationship Id="rId15" Type="http://schemas.openxmlformats.org/officeDocument/2006/relationships/image" Target="../media/image153.png"/><Relationship Id="rId16" Type="http://schemas.openxmlformats.org/officeDocument/2006/relationships/image" Target="../media/image154.png"/><Relationship Id="rId17" Type="http://schemas.openxmlformats.org/officeDocument/2006/relationships/image" Target="../media/image131.png"/><Relationship Id="rId18" Type="http://schemas.openxmlformats.org/officeDocument/2006/relationships/image" Target="../media/image10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0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32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6.png"/><Relationship Id="rId12" Type="http://schemas.openxmlformats.org/officeDocument/2006/relationships/image" Target="../media/image161.png"/><Relationship Id="rId13" Type="http://schemas.openxmlformats.org/officeDocument/2006/relationships/image" Target="../media/image16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991B1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DC262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495424"/>
            <a:ext cx="2438339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495424"/>
            <a:ext cx="243833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BUTCHERY MANAGEMENT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41372"/>
            <a:ext cx="171445" cy="127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19324"/>
            <a:ext cx="7676958" cy="1476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005"/>
              </a:lnSpc>
              <a:spcBef>
                <a:spcPts val="0"/>
              </a:spcBef>
              <a:spcAft>
                <a:spcPts val="1560"/>
              </a:spcAft>
            </a:pPr>
            <a:r>
              <a:rPr sz="370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Appex Butchery</a:t>
            </a:r>
            <a:r>
              <a:rPr sz="1104"/>
              <a:t>
</a:t>
            </a:r>
            <a:r>
              <a:rPr sz="370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Management System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9242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24299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619625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121592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95874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Guide to POS, Processing &amp; Inventory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324100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71750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Weight-based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794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028950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Meat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76599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Batch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Freshness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97717"/>
            <a:ext cx="228594" cy="1771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863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Yield analysis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671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Introduction -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247649"/>
            <a:ext cx="88580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247649"/>
            <a:ext cx="8858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10858228" cy="7619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51774" y="14293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9827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66824"/>
            <a:ext cx="1017244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Specialized Solution: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Point-of-sale and inventory management designed specifically for butcheries, meat processing plants, and meat retail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105024"/>
            <a:ext cx="3495587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257826" y="3029583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3426" y="23336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248412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6813" y="245745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Meat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26" y="2962274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Cutting management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052082"/>
            <a:ext cx="152396" cy="870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3426" y="328612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Batch tracking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375932"/>
            <a:ext cx="152396" cy="870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26" y="360997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Processing efficiency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699782"/>
            <a:ext cx="152396" cy="8708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52816" y="2105024"/>
            <a:ext cx="3495587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428257" y="3029583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19509" y="23336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14757" y="2484120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52896" y="245745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Weight-Based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9509" y="2962274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Accurate kg pricing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19509" y="3052082"/>
            <a:ext cx="152396" cy="870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19509" y="328612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Scale integration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19509" y="3375932"/>
            <a:ext cx="152396" cy="870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9509" y="360997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Cut-specific pricing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19509" y="3699782"/>
            <a:ext cx="152396" cy="8708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029374" y="2105024"/>
            <a:ext cx="3495587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7104815" y="3029583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96067" y="23336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91315" y="248412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29454" y="2457450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Freshness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67" y="2962274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Expiry monitoring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96067" y="3052082"/>
            <a:ext cx="152396" cy="870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96067" y="328612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 alerts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96067" y="3375932"/>
            <a:ext cx="152396" cy="870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96067" y="360997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Quality control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96067" y="3699782"/>
            <a:ext cx="152396" cy="8708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66733" y="4276725"/>
            <a:ext cx="3495587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-257826" y="5201284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3426" y="45053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28674" y="4664392"/>
            <a:ext cx="228594" cy="1771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66813" y="462915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Batch &amp; Lot Tracking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426" y="513397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traceability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5223782"/>
            <a:ext cx="152396" cy="870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3426" y="545782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Source tracking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5547632"/>
            <a:ext cx="152396" cy="870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3426" y="5781674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Processing history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5871482"/>
            <a:ext cx="152396" cy="87085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4352816" y="4276725"/>
            <a:ext cx="3495587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3428257" y="5201284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619509" y="45053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714757" y="4650105"/>
            <a:ext cx="228594" cy="20573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152896" y="4629150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Control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19509" y="513397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Inspection records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19509" y="5223782"/>
            <a:ext cx="152396" cy="8708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619509" y="545782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Quality monitoring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19509" y="5547632"/>
            <a:ext cx="152396" cy="8708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619509" y="5781674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Compliance tracking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19509" y="5871482"/>
            <a:ext cx="152396" cy="87085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029374" y="4276725"/>
            <a:ext cx="3495587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 Same Side Corner Rectangle 67"/>
          <p:cNvSpPr/>
          <p:nvPr/>
        </p:nvSpPr>
        <p:spPr>
          <a:xfrm rot="16200000">
            <a:off x="7104815" y="5201284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296067" y="45053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91315" y="4660106"/>
            <a:ext cx="228594" cy="185737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829454" y="4629150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Loyalty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96067" y="513397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&amp; rewards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5223782"/>
            <a:ext cx="152396" cy="87085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296067" y="5457825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Customer programs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5547632"/>
            <a:ext cx="152396" cy="8708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296067" y="5781674"/>
            <a:ext cx="300029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Bulk pricing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5871482"/>
            <a:ext cx="152396" cy="87085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81962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Getting Started - Login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251273"/>
            <a:ext cx="285742" cy="221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1209674"/>
            <a:ext cx="12953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Login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762125"/>
            <a:ext cx="5762480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56524" y="217233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327" y="1952624"/>
            <a:ext cx="352416" cy="571500"/>
          </a:xfrm>
          <a:prstGeom prst="roundRect">
            <a:avLst>
              <a:gd name="adj" fmla="val 4324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624" y="2066924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139" y="1952624"/>
            <a:ext cx="48385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Open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139" y="2257425"/>
            <a:ext cx="48385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appex.co.zw/login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867025"/>
            <a:ext cx="5762480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56524" y="327723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5327" y="3057525"/>
            <a:ext cx="409564" cy="571500"/>
          </a:xfrm>
          <a:prstGeom prst="roundRect">
            <a:avLst>
              <a:gd name="adj" fmla="val 3720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624" y="3171825"/>
            <a:ext cx="1809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288" y="3057525"/>
            <a:ext cx="47814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Username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7288" y="3362324"/>
            <a:ext cx="47814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Your registered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971925"/>
            <a:ext cx="5762480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56524" y="438213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5327" y="4162424"/>
            <a:ext cx="409564" cy="571500"/>
          </a:xfrm>
          <a:prstGeom prst="roundRect">
            <a:avLst>
              <a:gd name="adj" fmla="val 3720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624" y="4276725"/>
            <a:ext cx="1809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7288" y="4162424"/>
            <a:ext cx="47814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288" y="4467224"/>
            <a:ext cx="47814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Your secure password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076825"/>
            <a:ext cx="5762480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256524" y="548703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5327" y="5267324"/>
            <a:ext cx="419089" cy="5715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624" y="5381624"/>
            <a:ext cx="1904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6813" y="5267324"/>
            <a:ext cx="47719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6813" y="5572125"/>
            <a:ext cx="47719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Press the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"Login" button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10204" y="1227947"/>
            <a:ext cx="285742" cy="26825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10244" y="1209674"/>
            <a:ext cx="9334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Security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0204" y="1762125"/>
            <a:ext cx="4714757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399995" y="217233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38799" y="1952624"/>
            <a:ext cx="409564" cy="571500"/>
          </a:xfrm>
          <a:prstGeom prst="roundRect">
            <a:avLst>
              <a:gd name="adj" fmla="val 3720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3096" y="2066924"/>
            <a:ext cx="1809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0759" y="1952624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Two-Factor Authentication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0759" y="2257425"/>
            <a:ext cx="37337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code sent to your phone </a:t>
            </a: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(if enabled)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0204" y="2905124"/>
            <a:ext cx="471475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00699" y="3208020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43591" y="3133724"/>
            <a:ext cx="35146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First-Time 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3591" y="3400425"/>
            <a:ext cx="35146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You'll be prompted to change your temporary password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0204" y="3933824"/>
            <a:ext cx="471475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00699" y="4231005"/>
            <a:ext cx="228594" cy="20573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43591" y="4162424"/>
            <a:ext cx="36670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Password 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3591" y="4429125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Use strong, unique passwords for your account protection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10204" y="4962525"/>
            <a:ext cx="4714757" cy="8572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10224" y="5236845"/>
            <a:ext cx="228594" cy="19430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53116" y="5162550"/>
            <a:ext cx="31907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Need Help?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3116" y="5429250"/>
            <a:ext cx="31907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Contact your administrator if you have login issues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0955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First-Time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65548"/>
            <a:ext cx="285742" cy="221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1123949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Setup Wizard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638299"/>
            <a:ext cx="6162520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94624" y="2010408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17907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624" y="1847849"/>
            <a:ext cx="857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16" y="1790700"/>
            <a:ext cx="53243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52516" y="2095499"/>
            <a:ext cx="1162020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2516" y="2095499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Butchery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0735" y="2095499"/>
            <a:ext cx="504812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0735" y="2095499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71745" y="2095499"/>
            <a:ext cx="714357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1745" y="2095499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2300" y="2095499"/>
            <a:ext cx="590535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2300" y="2095499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9034" y="2095499"/>
            <a:ext cx="504812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9034" y="2095499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2628900"/>
            <a:ext cx="6162520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13673" y="29819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228" y="27813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575" y="2838450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2516" y="2781300"/>
            <a:ext cx="53243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Settings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52516" y="3140528"/>
            <a:ext cx="152396" cy="11974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43011" y="3105149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USD / ZWL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2616" y="3105149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514537" y="3140528"/>
            <a:ext cx="152396" cy="1197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705032" y="3105149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Dual Pricing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3581400"/>
            <a:ext cx="6162520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199374" y="4048759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7228" y="37337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575" y="3790949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2516" y="3733799"/>
            <a:ext cx="53243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Butchery Settings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352516" y="4075175"/>
            <a:ext cx="133346" cy="1173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543011" y="4038599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Processing Options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057548" y="4083176"/>
            <a:ext cx="133346" cy="10134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248043" y="4038599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Waste %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352516" y="4341876"/>
            <a:ext cx="133346" cy="1173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543011" y="4305300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Freshness Tracking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057548" y="4341876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248043" y="4305300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 Monitor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33" y="4762500"/>
            <a:ext cx="6162520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313673" y="51155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57228" y="49149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1050" y="4972050"/>
            <a:ext cx="1333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2516" y="4914900"/>
            <a:ext cx="53243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Accounts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352516" y="5285014"/>
            <a:ext cx="152396" cy="9797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543011" y="5238749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Create Staff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09764" y="5238749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571685" y="5274128"/>
            <a:ext cx="152396" cy="11974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762180" y="523874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Assign Roles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86082" y="5238749"/>
            <a:ext cx="476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838479" y="5264603"/>
            <a:ext cx="152396" cy="13879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028974" y="523874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Permissions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6733" y="5715000"/>
            <a:ext cx="6162520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313673" y="606806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57228" y="58673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0575" y="5924549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52516" y="5867399"/>
            <a:ext cx="53243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Setup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352516" y="6221185"/>
            <a:ext cx="152396" cy="1306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43011" y="619125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Review All Settings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7428" y="6191250"/>
            <a:ext cx="1333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→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105072" y="6226628"/>
            <a:ext cx="152396" cy="11974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295567" y="6191250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Go to Dashboard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57848" y="1257300"/>
            <a:ext cx="4467113" cy="5143500"/>
          </a:xfrm>
          <a:prstGeom prst="roundRect">
            <a:avLst>
              <a:gd name="adj" fmla="val 68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57848" y="1257300"/>
            <a:ext cx="4467113" cy="4572000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57848" y="5829300"/>
            <a:ext cx="4467113" cy="571500"/>
          </a:xfrm>
          <a:prstGeom prst="rect">
            <a:avLst/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210244" y="6033807"/>
            <a:ext cx="190495" cy="16248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476938" y="6019800"/>
            <a:ext cx="34193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Setup Wizard: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Guides you through initial configuration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243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Dashboard Overview -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3956"/>
            <a:ext cx="228594" cy="1857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133475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Top Navigation 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609724"/>
            <a:ext cx="531481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85124" y="1791333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787338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174307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Name/Logo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114" y="1781174"/>
            <a:ext cx="4381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Top Left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219324"/>
            <a:ext cx="531481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485124" y="2400933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2392736"/>
            <a:ext cx="190495" cy="1484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5822" y="2352675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5587" y="2390774"/>
            <a:ext cx="23716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Center - Products, Customers,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828925"/>
            <a:ext cx="531481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85124" y="3010534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2996733"/>
            <a:ext cx="190495" cy="15968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5822" y="2962274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Notifications Bell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7528" y="3000375"/>
            <a:ext cx="20097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Top Right - Low stock, expiring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3438525"/>
            <a:ext cx="531481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85124" y="3620134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3604932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85822" y="3571875"/>
            <a:ext cx="8762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4737" y="3609975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Account settings, Logout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048124"/>
            <a:ext cx="531481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85124" y="4229733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4206127"/>
            <a:ext cx="190495" cy="1792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85822" y="4181474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Toggle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3786" y="4219575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Switch USD/ZWL display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4657725"/>
            <a:ext cx="531481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7FF"/>
              </a:gs>
              <a:gs pos="100000">
                <a:srgbClr val="E8F0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485124" y="4839334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9129" y="4835338"/>
            <a:ext cx="190495" cy="14007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85822" y="4791075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Branch Selector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4777" y="482917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Multiple locations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10144" y="1178242"/>
            <a:ext cx="228594" cy="1771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14937" y="1133475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Main Dashboard Sections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0144" y="1609724"/>
            <a:ext cx="2600259" cy="9905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62540" y="1864441"/>
            <a:ext cx="171445" cy="13826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10184" y="1819275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Stats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2540" y="2143125"/>
            <a:ext cx="2295467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Today's sales, transactions, Meat processed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24701" y="1609724"/>
            <a:ext cx="2600259" cy="9905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77098" y="1878268"/>
            <a:ext cx="171445" cy="11061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4741" y="1819275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 Charts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7098" y="2143125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trends, Top products. Efficiency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0144" y="2714625"/>
            <a:ext cx="260025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62540" y="2963811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10184" y="292417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2540" y="3248024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New Sale. Process Meat. Check Stock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24701" y="2714625"/>
            <a:ext cx="2600259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77098" y="2969341"/>
            <a:ext cx="171445" cy="13826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24741" y="2924175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Recent Activity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7098" y="3248024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Sales. Processing. Inventory updates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0144" y="3667124"/>
            <a:ext cx="5314817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362540" y="3919076"/>
            <a:ext cx="171445" cy="1437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10184" y="3876674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Alerts &amp; Notifications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2540" y="4200525"/>
            <a:ext cx="50100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Low stock alerts · Expiring products · Temperature alerts · Quality control reminders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92580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Dashboard Overview - Quick Stats &amp;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 &amp; 3.2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02042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057275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Quick 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495424"/>
            <a:ext cx="2600259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755457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921" y="1743075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Today's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066924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$12,450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1290" y="1495424"/>
            <a:ext cx="2600259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33686" y="174117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38479" y="1743075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686" y="2066924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2638425"/>
            <a:ext cx="2600259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2884170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21" y="2886075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Meat Processed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3209925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156 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1290" y="2638425"/>
            <a:ext cx="2600259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533686" y="2888456"/>
            <a:ext cx="228594" cy="1857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38479" y="2886075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Low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3686" y="3209925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781424"/>
            <a:ext cx="2600259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4027170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3921" y="402907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Expiring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29" y="4352924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1290" y="3781424"/>
            <a:ext cx="2600259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33686" y="4052887"/>
            <a:ext cx="228594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38479" y="4029075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Active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3686" y="4352924"/>
            <a:ext cx="22954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234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10144" y="1122045"/>
            <a:ext cx="228594" cy="13715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14937" y="1057275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Performance Charts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1495424"/>
            <a:ext cx="5314817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639" y="1685925"/>
            <a:ext cx="2409764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1883799"/>
            <a:ext cx="171445" cy="9955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62580" y="1838324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4937" y="214312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Daily / Weekly / Monthly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4701" y="1685925"/>
            <a:ext cx="2409764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38999" y="1861676"/>
            <a:ext cx="171445" cy="1437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86642" y="183832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Top-Selling Products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8999" y="214312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Best performers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639" y="2524125"/>
            <a:ext cx="2409764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2709555"/>
            <a:ext cx="171445" cy="12443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62580" y="2676524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Processing Efficiency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4937" y="298132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Output vs Input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4701" y="2524125"/>
            <a:ext cx="2409764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38999" y="2702641"/>
            <a:ext cx="171445" cy="13826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286642" y="2676524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Waste Tracking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38999" y="298132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Loss percentage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639" y="3400425"/>
            <a:ext cx="4933826" cy="704849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62560" y="364008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10204" y="3562349"/>
            <a:ext cx="436234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Real-time Insights: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Monitor butchery performance at a glance with comprehensive analytics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5721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Dashboard Overview - Actions &amp;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3.3 - 3.5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09347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057275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Quick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457325"/>
            <a:ext cx="1723981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409664" y="16268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8694" y="1914525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New Sale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6913" y="1457325"/>
            <a:ext cx="1723981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09844" y="162687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86002" y="1914525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Meat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7568" y="1457325"/>
            <a:ext cx="1723981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010024" y="1626870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7133" y="1914525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Receive 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2295525"/>
            <a:ext cx="1723981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409664" y="2475071"/>
            <a:ext cx="228594" cy="1743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2752725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Check Stock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6913" y="2295525"/>
            <a:ext cx="1723981" cy="761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209844" y="24650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00299" y="2752725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Create PO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6733" y="3311842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1525" y="3267075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Recent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3667124"/>
            <a:ext cx="5314817" cy="2152650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7228" y="3895724"/>
            <a:ext cx="266693" cy="361950"/>
          </a:xfrm>
          <a:prstGeom prst="roundRect">
            <a:avLst>
              <a:gd name="adj" fmla="val 5714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14377" y="4001860"/>
            <a:ext cx="152396" cy="1306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8219" y="3905249"/>
            <a:ext cx="45528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Recent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19" y="4095749"/>
            <a:ext cx="45528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Latest transactions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7228" y="4352924"/>
            <a:ext cx="266693" cy="361950"/>
          </a:xfrm>
          <a:prstGeom prst="roundRect">
            <a:avLst>
              <a:gd name="adj" fmla="val 571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14377" y="4491288"/>
            <a:ext cx="152396" cy="661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38219" y="4362450"/>
            <a:ext cx="45528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Processing Activities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19" y="4552949"/>
            <a:ext cx="45528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Recent batch 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228" y="4810124"/>
            <a:ext cx="266693" cy="361950"/>
          </a:xfrm>
          <a:prstGeom prst="roundRect">
            <a:avLst>
              <a:gd name="adj" fmla="val 5714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14377" y="4916260"/>
            <a:ext cx="152396" cy="130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38219" y="4819650"/>
            <a:ext cx="45528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Adjustments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8219" y="5010149"/>
            <a:ext cx="45528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updates &amp; changes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7228" y="5267324"/>
            <a:ext cx="266693" cy="361950"/>
          </a:xfrm>
          <a:prstGeom prst="roundRect">
            <a:avLst>
              <a:gd name="adj" fmla="val 571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14377" y="5381624"/>
            <a:ext cx="152396" cy="1143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8219" y="5276850"/>
            <a:ext cx="45528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Additions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8219" y="5467349"/>
            <a:ext cx="45528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New customer registrations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210144" y="1094898"/>
            <a:ext cx="228594" cy="1914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14937" y="1057275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Alerts &amp; Notifications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4" y="1457325"/>
            <a:ext cx="5314817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24441" y="1571625"/>
            <a:ext cx="285742" cy="390525"/>
          </a:xfrm>
          <a:prstGeom prst="roundRect">
            <a:avLst>
              <a:gd name="adj" fmla="val 6666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381590" y="1690226"/>
            <a:ext cx="171445" cy="1437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24481" y="1600200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Low Stock Alerts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4481" y="1790700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Items below reorder point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0144" y="2171700"/>
            <a:ext cx="5314817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24441" y="2286000"/>
            <a:ext cx="285742" cy="390525"/>
          </a:xfrm>
          <a:prstGeom prst="roundRect">
            <a:avLst>
              <a:gd name="adj" fmla="val 6666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381590" y="2401836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24481" y="2305049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Expiring Products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4481" y="2495550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Products near sell-by date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0144" y="2886075"/>
            <a:ext cx="5314817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24441" y="3000375"/>
            <a:ext cx="285742" cy="390525"/>
          </a:xfrm>
          <a:prstGeom prst="roundRect">
            <a:avLst>
              <a:gd name="adj" fmla="val 6666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381590" y="3116211"/>
            <a:ext cx="171445" cy="1493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24481" y="302895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Alerts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4481" y="3219449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Sensor deviation warnings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0144" y="3600450"/>
            <a:ext cx="5314817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24441" y="3714750"/>
            <a:ext cx="285742" cy="390525"/>
          </a:xfrm>
          <a:prstGeom prst="roundRect">
            <a:avLst>
              <a:gd name="adj" fmla="val 6666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381590" y="3827820"/>
            <a:ext cx="171445" cy="15485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724481" y="3733799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Control Reminders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4481" y="3924299"/>
            <a:ext cx="17144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Scheduled checks due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0144" y="4371975"/>
            <a:ext cx="5314817" cy="495299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333966" y="4563835"/>
            <a:ext cx="152396" cy="13062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562560" y="4495799"/>
            <a:ext cx="43813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Proactive Monitoring: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Stay ahead of issues with real-time alerts and notifications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625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8294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Sales &amp; POS Operations - Accessing &amp;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4.1 &amp;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266824"/>
            <a:ext cx="3724181" cy="5143500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38977" y="3772534"/>
            <a:ext cx="5143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26" y="14954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658710"/>
            <a:ext cx="285742" cy="244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62060" y="1638299"/>
            <a:ext cx="13525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POS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26" y="2286000"/>
            <a:ext cx="3228894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7723" y="24193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23" y="24193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15" y="2400300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"Sales"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15" y="2647949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 left sidebar menu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26" y="3067050"/>
            <a:ext cx="3228894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7723" y="32004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723" y="32004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0615" y="318135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"New Sale"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0615" y="3429000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 use quick action button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26" y="3924299"/>
            <a:ext cx="3228894" cy="552450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412586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04892" y="4048124"/>
            <a:ext cx="2733606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Quick Access: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Click the "New Sale" button on dashboard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19509" y="110204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24301" y="1057275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POS Interface Layout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9509" y="1495424"/>
            <a:ext cx="2228794" cy="51435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71905" y="1740833"/>
            <a:ext cx="190495" cy="1568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38599" y="1685925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Left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1905" y="2066924"/>
            <a:ext cx="19240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 Selection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71905" y="23336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4557276" y="25482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7153" y="24098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Category Tabs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7153" y="26003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Beef • Pork • Chicken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1905" y="29051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557276" y="31197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7153" y="29813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Grid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7153" y="31718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Quick selection buttons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71905" y="34766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4557276" y="36912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7153" y="35528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67153" y="37433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specific products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71905" y="40481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4557276" y="42627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67153" y="4124324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Barcode Scanner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7153" y="43148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Camera scanning option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53076" y="1495424"/>
            <a:ext cx="2228794" cy="51435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105472" y="1738032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372165" y="1685925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Center Panel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5472" y="2066924"/>
            <a:ext cx="19240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Shopping Cart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05472" y="23336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6890843" y="25482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0719" y="24098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Cart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0719" y="26003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 list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05472" y="29051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6890843" y="31197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00719" y="29813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Quantities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00719" y="31718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kg or pieces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05472" y="34766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6890843" y="36912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00719" y="35528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Price per kg/unit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0719" y="37433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Unit pricing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05472" y="40481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6890843" y="42627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00719" y="4124324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Subtotal &amp; Total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0719" y="43148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Cart totals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96167" y="1495424"/>
            <a:ext cx="2228794" cy="51435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48563" y="1749238"/>
            <a:ext cx="190495" cy="140073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715257" y="1685925"/>
            <a:ext cx="9429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Right Panel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48563" y="2066924"/>
            <a:ext cx="19240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Customer &amp; Payment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48563" y="23336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9233934" y="25482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43811" y="24098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Section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43811" y="26003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or add new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48563" y="29051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9233934" y="31197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43811" y="29813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Points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43811" y="31718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balance display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48563" y="34766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 Same Side Corner Rectangle 80"/>
          <p:cNvSpPr/>
          <p:nvPr/>
        </p:nvSpPr>
        <p:spPr>
          <a:xfrm rot="16200000">
            <a:off x="9233934" y="36912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43811" y="355282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Methods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43811" y="37433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Cash • EcoCash • Card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448563" y="4048124"/>
            <a:ext cx="1924001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 Same Side Corner Rectangle 84"/>
          <p:cNvSpPr/>
          <p:nvPr/>
        </p:nvSpPr>
        <p:spPr>
          <a:xfrm rot="16200000">
            <a:off x="9233934" y="4262753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43811" y="4124324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Processing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43811" y="431482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transaction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791325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642937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3910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a Sale - Steps 1-3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4781430" cy="2419349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76901" y="2181858"/>
            <a:ext cx="24193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906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906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18" y="119062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Products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1661432"/>
            <a:ext cx="152396" cy="87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4912" y="1571625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product category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1985282"/>
            <a:ext cx="152396" cy="87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4912" y="1895474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product name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2309132"/>
            <a:ext cx="152396" cy="870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4912" y="2219324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quantity (kg or pieces)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2632982"/>
            <a:ext cx="152396" cy="870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4912" y="25431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to Cart"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76318" y="2867025"/>
            <a:ext cx="4019449" cy="438149"/>
          </a:xfrm>
          <a:prstGeom prst="roundRect">
            <a:avLst>
              <a:gd name="adj" fmla="val 34782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81090" y="3020785"/>
            <a:ext cx="152396" cy="1306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9684" y="2990849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 Use Barcode Scanner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3457575"/>
            <a:ext cx="4781430" cy="22288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381652" y="4505960"/>
            <a:ext cx="2228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7228" y="36099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28" y="36099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318" y="3609975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Weight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76318" y="4080782"/>
            <a:ext cx="152396" cy="870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04912" y="3990974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For variable weight items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76318" y="4404632"/>
            <a:ext cx="152396" cy="870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4912" y="431482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 popup appears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76318" y="4728482"/>
            <a:ext cx="152396" cy="870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04912" y="4638674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weight in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kilograms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76318" y="5052332"/>
            <a:ext cx="152396" cy="870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04912" y="49625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Price auto-calculates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76318" y="5376182"/>
            <a:ext cx="152396" cy="870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04912" y="5286375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"Add" button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33" y="5686425"/>
            <a:ext cx="4781430" cy="2419349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-476901" y="6830059"/>
            <a:ext cx="24193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7228" y="58388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228" y="58388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6318" y="5838824"/>
            <a:ext cx="13810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Discounts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6309632"/>
            <a:ext cx="152396" cy="870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504912" y="6219825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Discount"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6633482"/>
            <a:ext cx="152396" cy="870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04912" y="6543675"/>
            <a:ext cx="21430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discount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%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or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fixed amount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6957332"/>
            <a:ext cx="152396" cy="8708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04912" y="6867524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discount reason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276318" y="7281182"/>
            <a:ext cx="152396" cy="870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04912" y="7191375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"Apply"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7228" y="7515225"/>
            <a:ext cx="4438539" cy="438149"/>
          </a:xfrm>
          <a:prstGeom prst="roundRect">
            <a:avLst>
              <a:gd name="adj" fmla="val 34782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62000" y="7668985"/>
            <a:ext cx="152396" cy="1306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90595" y="7639049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Optional step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76758" y="1038224"/>
            <a:ext cx="5848203" cy="7067549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67253" y="1303972"/>
            <a:ext cx="228594" cy="15430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172045" y="1247775"/>
            <a:ext cx="13810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Visual Process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67253" y="1647825"/>
            <a:ext cx="2676458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981550" y="1820811"/>
            <a:ext cx="171445" cy="14932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229194" y="1800225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Categories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1550" y="2066924"/>
            <a:ext cx="24478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Beef • Pork • Chicken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58008" y="1647825"/>
            <a:ext cx="2676458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72305" y="1820811"/>
            <a:ext cx="171445" cy="14932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019949" y="1800225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Grid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2305" y="2066924"/>
            <a:ext cx="24478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Quick selection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867253" y="2447924"/>
            <a:ext cx="2676458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981550" y="2627824"/>
            <a:ext cx="171445" cy="1355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29194" y="2600325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1550" y="2867025"/>
            <a:ext cx="24478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products fast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58008" y="2447924"/>
            <a:ext cx="2676458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772305" y="2626441"/>
            <a:ext cx="171445" cy="13826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019949" y="2600325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Scanner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72305" y="2867025"/>
            <a:ext cx="24478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Scan barcode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67253" y="3286125"/>
            <a:ext cx="5467213" cy="495299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991075" y="3477985"/>
            <a:ext cx="152396" cy="13062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19669" y="3409950"/>
            <a:ext cx="36289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Weight-based pricing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ensures accurate charges for meat products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8258175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81574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8626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a Sale - Steps 4-6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91455" y="247649"/>
            <a:ext cx="173350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91455" y="247649"/>
            <a:ext cx="173350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 Continued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848203" cy="19431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238777" y="1943734"/>
            <a:ext cx="1943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906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906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18" y="1209674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Identify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6318" y="1609724"/>
            <a:ext cx="2485962" cy="704849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400139" y="1789339"/>
            <a:ext cx="152396" cy="1170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28734" y="1752599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0139" y="2038349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By name or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6578" y="1609724"/>
            <a:ext cx="2485962" cy="704849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000399" y="1790700"/>
            <a:ext cx="152396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28994" y="1752599"/>
            <a:ext cx="5905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399" y="2038349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Create new 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76318" y="2390774"/>
            <a:ext cx="5086222" cy="438149"/>
          </a:xfrm>
          <a:prstGeom prst="roundRect">
            <a:avLst>
              <a:gd name="adj" fmla="val 34782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81090" y="2547257"/>
            <a:ext cx="152396" cy="1251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9684" y="2514600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points auto-apply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3133724"/>
            <a:ext cx="5848203" cy="19431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238777" y="4039234"/>
            <a:ext cx="1943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7228" y="32861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28" y="32861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318" y="3305174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76318" y="3795032"/>
            <a:ext cx="152396" cy="870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04912" y="3705224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payment method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76318" y="4118882"/>
            <a:ext cx="152396" cy="870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4912" y="4029075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amount tendered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76318" y="4442732"/>
            <a:ext cx="152396" cy="870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04912" y="4352924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calculates change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76318" y="4766582"/>
            <a:ext cx="152396" cy="870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04912" y="4676775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"Complete Sale"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5229225"/>
            <a:ext cx="5848203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18398" y="5877560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7228" y="53816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228" y="53816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6318" y="5400675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Options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76318" y="5800725"/>
            <a:ext cx="952476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638259" y="5959792"/>
            <a:ext cx="228594" cy="17716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71565" y="625792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04992" y="5800725"/>
            <a:ext cx="952476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676458" y="5951220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400239" y="625792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43191" y="5800725"/>
            <a:ext cx="952476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705132" y="5965507"/>
            <a:ext cx="228594" cy="1657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438439" y="625792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71865" y="5800725"/>
            <a:ext cx="952476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733806" y="5951220"/>
            <a:ext cx="228594" cy="19430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467113" y="625792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00539" y="5800725"/>
            <a:ext cx="952476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0F7FF"/>
              </a:gs>
              <a:gs pos="100000">
                <a:srgbClr val="E0E7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72005" y="5971222"/>
            <a:ext cx="228594" cy="15430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495787" y="6257925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43531" y="1038224"/>
            <a:ext cx="4781430" cy="2733674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895927" y="1292038"/>
            <a:ext cx="190495" cy="14007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62620" y="1228725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Methods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95927" y="1609724"/>
            <a:ext cx="2200219" cy="476249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000699" y="1784247"/>
            <a:ext cx="171445" cy="1272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248343" y="1752599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72345" y="1609724"/>
            <a:ext cx="2200219" cy="476249"/>
          </a:xfrm>
          <a:prstGeom prst="roundRect">
            <a:avLst>
              <a:gd name="adj" fmla="val 32000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277118" y="1767655"/>
            <a:ext cx="171445" cy="16038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524761" y="1752599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95927" y="2162174"/>
            <a:ext cx="2200219" cy="476249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000699" y="2320105"/>
            <a:ext cx="171445" cy="16038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248343" y="2305049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72345" y="2162174"/>
            <a:ext cx="2200219" cy="476249"/>
          </a:xfrm>
          <a:prstGeom prst="roundRect">
            <a:avLst>
              <a:gd name="adj" fmla="val 32000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277118" y="2336697"/>
            <a:ext cx="171445" cy="12720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524761" y="2305049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95927" y="2714625"/>
            <a:ext cx="4476638" cy="476249"/>
          </a:xfrm>
          <a:prstGeom prst="roundRect">
            <a:avLst>
              <a:gd name="adj" fmla="val 32000"/>
            </a:avLst>
          </a:prstGeom>
          <a:solidFill>
            <a:srgbClr val="FAF5FF"/>
          </a:solidFill>
          <a:ln w="8255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000699" y="2875320"/>
            <a:ext cx="171445" cy="15485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248343" y="2857500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Bank Transfer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743531" y="3924299"/>
            <a:ext cx="4781430" cy="2733674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895927" y="4166907"/>
            <a:ext cx="190495" cy="162485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162620" y="4114800"/>
            <a:ext cx="8953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Tips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895927" y="4563835"/>
            <a:ext cx="152396" cy="1306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124521" y="4495799"/>
            <a:ext cx="39718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sent automatically to customer if email/phone provided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895927" y="4906735"/>
            <a:ext cx="152396" cy="13062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124521" y="4838699"/>
            <a:ext cx="25335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points earned on each purchase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895927" y="5249635"/>
            <a:ext cx="152396" cy="13062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124521" y="5181599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Multiple payment methods can be combined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810374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624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Special Butchery POS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2847903" cy="2647949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91201" y="2372359"/>
            <a:ext cx="2647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304925"/>
            <a:ext cx="514337" cy="60007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EF2F2"/>
              </a:gs>
              <a:gs pos="100000">
                <a:srgbClr val="FEE2E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468210"/>
            <a:ext cx="285742" cy="244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27" y="2019299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Weight Scale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240030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Connect via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Bluetooth/USB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68335"/>
            <a:ext cx="152396" cy="130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272415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 auto-populates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792185"/>
            <a:ext cx="152396" cy="1306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327" y="3047999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Accurate pricing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116035"/>
            <a:ext cx="152396" cy="1306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667033" y="1114425"/>
            <a:ext cx="2847903" cy="2647949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2409099" y="2372359"/>
            <a:ext cx="2647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95627" y="1304925"/>
            <a:ext cx="514337" cy="60007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EF2F2"/>
              </a:gs>
              <a:gs pos="100000">
                <a:srgbClr val="FEE2E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09924" y="1468210"/>
            <a:ext cx="285742" cy="244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95627" y="2019299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Cut-Specific 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627" y="240030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Different prices per cut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95627" y="2468335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95627" y="272415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Same animal pricing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95627" y="2792185"/>
            <a:ext cx="152396" cy="1306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95627" y="3047999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Tracks available cuts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95627" y="3116035"/>
            <a:ext cx="152396" cy="1306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66733" y="3905249"/>
            <a:ext cx="2847903" cy="2647949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-591201" y="5163183"/>
            <a:ext cx="2647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5327" y="4095749"/>
            <a:ext cx="514337" cy="60007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EF2F2"/>
              </a:gs>
              <a:gs pos="100000">
                <a:srgbClr val="FEE2E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4264867"/>
            <a:ext cx="285742" cy="23326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95327" y="4819650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By-Product Sales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327" y="520065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Bones, fat, offal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268685"/>
            <a:ext cx="152396" cy="1306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95327" y="5524499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Sold as separate products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592535"/>
            <a:ext cx="152396" cy="1306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5327" y="584835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tracking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916385"/>
            <a:ext cx="152396" cy="13062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3667033" y="3905249"/>
            <a:ext cx="2847903" cy="2647949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2409099" y="5163183"/>
            <a:ext cx="2647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95627" y="4095749"/>
            <a:ext cx="514337" cy="60007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EF2F2"/>
              </a:gs>
              <a:gs pos="100000">
                <a:srgbClr val="FEE2E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009924" y="4279446"/>
            <a:ext cx="285742" cy="2041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895627" y="4819650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Sales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95627" y="520065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Contractor special pricing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95627" y="5268685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895627" y="5524499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Credit account integration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95627" y="5592535"/>
            <a:ext cx="152396" cy="1306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895627" y="5848350"/>
            <a:ext cx="2428814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Volume discounts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95627" y="5916385"/>
            <a:ext cx="152396" cy="130628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743531" y="1114425"/>
            <a:ext cx="4781430" cy="2876549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934026" y="1392554"/>
            <a:ext cx="228594" cy="20573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38819" y="1362075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Key Benefits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34026" y="1800225"/>
            <a:ext cx="4400439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48323" y="1985282"/>
            <a:ext cx="152396" cy="12518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76918" y="1914525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Precision Pricing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6918" y="2124075"/>
            <a:ext cx="17335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Accurate weight-based charges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34026" y="2505074"/>
            <a:ext cx="4400439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048323" y="2687410"/>
            <a:ext cx="152396" cy="1306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276918" y="2619374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Tracking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6918" y="2828925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Every product monitored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34026" y="3209925"/>
            <a:ext cx="4400439" cy="590549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048323" y="3388178"/>
            <a:ext cx="152396" cy="13879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76918" y="3324225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Flexible Sales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76918" y="3533774"/>
            <a:ext cx="14096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Retail &amp; wholesale options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43531" y="4143375"/>
            <a:ext cx="4781430" cy="2409825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934026" y="4371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048323" y="4535260"/>
            <a:ext cx="285742" cy="24492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562660" y="4371975"/>
            <a:ext cx="37718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Butchery-Specific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62660" y="4714875"/>
            <a:ext cx="377180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Features designed specifically for meat processing and retail operations, ensuring accuracy and efficiency.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400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Managing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14817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89836" y="1615121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5239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129" y="152399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19" y="142875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Sales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19" y="1733550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Sales → Sales History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in sidebar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581510" y="1565598"/>
            <a:ext cx="285742" cy="22160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6733" y="2438400"/>
            <a:ext cx="5314817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89836" y="3015297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29" y="293369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129" y="293369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19" y="283845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19" y="3143250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by receipt number or customer name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81510" y="2978214"/>
            <a:ext cx="285742" cy="21577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66733" y="3838574"/>
            <a:ext cx="5314817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89836" y="4415471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129" y="43243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29" y="43243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19" y="422910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19" y="4533900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"Process Return"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button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581510" y="4398022"/>
            <a:ext cx="285742" cy="15745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66733" y="5238749"/>
            <a:ext cx="5314817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89836" y="5815646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129" y="57340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129" y="5734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8219" y="5638799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219" y="5943600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boxes next to items being returned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581510" y="5790228"/>
            <a:ext cx="285742" cy="192443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210144" y="1038224"/>
            <a:ext cx="2600259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633247" y="1615121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62540" y="1152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2540" y="11525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5432" y="1171575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Reason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62540" y="175069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67333" y="1695449"/>
            <a:ext cx="2028774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from dropdown or type custom reason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24701" y="1038224"/>
            <a:ext cx="2600259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8347804" y="1615121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77098" y="1152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7098" y="11525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9989" y="1171575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Refund Method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77098" y="1764982"/>
            <a:ext cx="228594" cy="16573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381890" y="1771650"/>
            <a:ext cx="16573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Cash • EcoCash • Store Credit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0144" y="2438400"/>
            <a:ext cx="2600259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5633247" y="3015297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62540" y="25527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2540" y="25527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5432" y="2571750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Return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62540" y="3187541"/>
            <a:ext cx="228594" cy="14001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67333" y="3181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"Process Return"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24701" y="2438400"/>
            <a:ext cx="2600259" cy="128587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8347804" y="3015297"/>
            <a:ext cx="1285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077098" y="25527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7098" y="25527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9989" y="2571750"/>
            <a:ext cx="7143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077098" y="3160395"/>
            <a:ext cx="228594" cy="19430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381890" y="3181350"/>
            <a:ext cx="12763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auto-updated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0144" y="3838574"/>
            <a:ext cx="5314817" cy="279082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62540" y="4029075"/>
            <a:ext cx="476238" cy="561974"/>
          </a:xfrm>
          <a:prstGeom prst="roundRect">
            <a:avLst>
              <a:gd name="adj" fmla="val 3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57788" y="4173310"/>
            <a:ext cx="285742" cy="2449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953076" y="4029075"/>
            <a:ext cx="44194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Important Notes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53076" y="4371975"/>
            <a:ext cx="441948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Returns must match original transaction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953076" y="4461782"/>
            <a:ext cx="152396" cy="8708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953076" y="4676775"/>
            <a:ext cx="441948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Partial returns allowed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953076" y="4766582"/>
            <a:ext cx="152396" cy="870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53076" y="4981574"/>
            <a:ext cx="4419489" cy="2476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Quality check required for perishables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953076" y="5071382"/>
            <a:ext cx="152396" cy="87085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6672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Meat Processing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34386" y="247649"/>
            <a:ext cx="99057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4386" y="247649"/>
            <a:ext cx="9905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6860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610252" y="2315209"/>
            <a:ext cx="2686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3306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85875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26" y="17240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880347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0615" y="1828800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"Processing"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sidebar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26" y="227647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4047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90615" y="2381250"/>
            <a:ext cx="23240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"New Processing Batch"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26" y="2867025"/>
            <a:ext cx="3228894" cy="628650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57248" y="3058885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5842" y="2990849"/>
            <a:ext cx="275265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Processing screen opens with all necessary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3876674"/>
            <a:ext cx="3724181" cy="2752725"/>
          </a:xfrm>
          <a:prstGeom prst="roundRect">
            <a:avLst>
              <a:gd name="adj" fmla="val 8304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6753" y="4134410"/>
            <a:ext cx="190495" cy="1512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3446" y="4076699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Processing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753" y="4457700"/>
            <a:ext cx="3324141" cy="3809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000" y="4552949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7763" y="4572000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Whole cuts / carcass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409764" y="4946332"/>
            <a:ext cx="228594" cy="16573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66753" y="5219700"/>
            <a:ext cx="3324141" cy="3809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000" y="5314950"/>
            <a:ext cx="8667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4952" y="5334000"/>
            <a:ext cx="11524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Cutting &amp; preparation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409764" y="5708332"/>
            <a:ext cx="228594" cy="165734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66753" y="5981699"/>
            <a:ext cx="3324141" cy="3809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000" y="6076950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159" y="6095999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Processed cuts + waste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9509" y="1038224"/>
            <a:ext cx="3381290" cy="5591175"/>
          </a:xfrm>
          <a:prstGeom prst="roundRect">
            <a:avLst>
              <a:gd name="adj" fmla="val 67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10004" y="12668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905252" y="1425892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343391" y="1390650"/>
            <a:ext cx="12286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Input Section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10004" y="1933574"/>
            <a:ext cx="300029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3826" y="2076449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Source Product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24561" y="2128157"/>
            <a:ext cx="152396" cy="870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933826" y="2324100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Select whole cuts or carcass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10004" y="2695575"/>
            <a:ext cx="300029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3826" y="2838450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Input Weight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524561" y="2868385"/>
            <a:ext cx="152396" cy="13062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933826" y="3086100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Enter weight in kg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10004" y="3457575"/>
            <a:ext cx="300029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3826" y="3600450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Batch Number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524561" y="3635828"/>
            <a:ext cx="152396" cy="11974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33826" y="3848099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Auto-generated or manual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10004" y="4219575"/>
            <a:ext cx="1457288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4777" y="4381499"/>
            <a:ext cx="904852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Processing Date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43491" y="4219575"/>
            <a:ext cx="1457288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8263" y="4381499"/>
            <a:ext cx="49528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Operator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43671" y="1038224"/>
            <a:ext cx="3381290" cy="5591175"/>
          </a:xfrm>
          <a:prstGeom prst="roundRect">
            <a:avLst>
              <a:gd name="adj" fmla="val 67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34166" y="12668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429414" y="1425892"/>
            <a:ext cx="228594" cy="17716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867553" y="139065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Output Section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4166" y="1933574"/>
            <a:ext cx="300029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7988" y="2076449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Output Products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1058248" y="2106385"/>
            <a:ext cx="152396" cy="13062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57988" y="2324100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Add processed cuts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34166" y="2695575"/>
            <a:ext cx="300029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7988" y="2838450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Expected Output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058248" y="2873828"/>
            <a:ext cx="152396" cy="11974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457988" y="3086100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Based on yield 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34166" y="3457575"/>
            <a:ext cx="300029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57988" y="3600450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Actual Output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1058248" y="3635828"/>
            <a:ext cx="152396" cy="11974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457988" y="3848099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Enter actual weight produced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34166" y="4219575"/>
            <a:ext cx="3000299" cy="647699"/>
          </a:xfrm>
          <a:prstGeom prst="roundRect">
            <a:avLst>
              <a:gd name="adj" fmla="val 235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48463" y="4352924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Waste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11067773" y="4388303"/>
            <a:ext cx="152396" cy="11974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448463" y="4600575"/>
            <a:ext cx="27717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Auto-calculated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35311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Creating a Processing Batch - Steps 1-3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12287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16" y="1266824"/>
            <a:ext cx="20668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Source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24024"/>
            <a:ext cx="3076498" cy="819149"/>
          </a:xfrm>
          <a:prstGeom prst="roundRect">
            <a:avLst>
              <a:gd name="adj" fmla="val 18604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57248" y="1944636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04892" y="1924049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from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48" y="2228850"/>
            <a:ext cx="27526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"Select Source Product"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695575"/>
            <a:ext cx="3076498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FFFFF"/>
              </a:gs>
              <a:gs pos="100000">
                <a:srgbClr val="F8FAFC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28715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85842" y="2857500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Whole Beef Carcass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2676" y="2876549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Available: 150 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286125"/>
            <a:ext cx="3076498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FFFFF"/>
              </a:gs>
              <a:gs pos="100000">
                <a:srgbClr val="F8FAFC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3467660"/>
            <a:ext cx="190495" cy="1512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5842" y="3448049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Pork 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775" y="3467100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Available: 80 kg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876674"/>
            <a:ext cx="3076498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FFFFFF"/>
              </a:gs>
              <a:gs pos="100000">
                <a:srgbClr val="F8FAFC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19149" y="4052607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85842" y="4038599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Chicken Whole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4101" y="4057650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Available: 200 kg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543425"/>
            <a:ext cx="3076498" cy="5333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472576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19" y="4657725"/>
            <a:ext cx="261930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shows available quantity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each product in inventory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2816" y="1038224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1870919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81410" y="12287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1410" y="12287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599" y="1266824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Input Details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81410" y="1724024"/>
            <a:ext cx="3076498" cy="110490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43331" y="1944636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90975" y="1924049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Input Weight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43331" y="2228850"/>
            <a:ext cx="2752656" cy="43814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91055" y="2333624"/>
            <a:ext cx="6476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200 kg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81410" y="2943225"/>
            <a:ext cx="3076498" cy="106679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743331" y="3169366"/>
            <a:ext cx="171445" cy="13826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90975" y="3143250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Batch Number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43331" y="3448049"/>
            <a:ext cx="1333466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10024" y="3590924"/>
            <a:ext cx="80007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Auto-Generate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2996" y="3448049"/>
            <a:ext cx="1333466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7788" y="3590924"/>
            <a:ext cx="733406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 Entry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81410" y="4124324"/>
            <a:ext cx="3076498" cy="1066799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743331" y="4355997"/>
            <a:ext cx="171445" cy="12720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990975" y="432434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Operator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43331" y="4629150"/>
            <a:ext cx="2752656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29054" y="4772025"/>
            <a:ext cx="1171545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staff member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29374" y="1038224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5547477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57968" y="12287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57968" y="12287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15157" y="1266824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Output Products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57968" y="1724024"/>
            <a:ext cx="3076498" cy="476249"/>
          </a:xfrm>
          <a:prstGeom prst="roundRect">
            <a:avLst>
              <a:gd name="adj" fmla="val 32000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81790" y="1896835"/>
            <a:ext cx="152396" cy="1306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10384" y="1866899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Output Product"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57968" y="2314575"/>
            <a:ext cx="3076498" cy="1428750"/>
          </a:xfrm>
          <a:prstGeom prst="roundRect">
            <a:avLst>
              <a:gd name="adj" fmla="val 10666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81790" y="2476499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T-Bone Steak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1058248" y="2487385"/>
            <a:ext cx="152396" cy="130628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381790" y="2743200"/>
            <a:ext cx="1371565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38939" y="2800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Expected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8939" y="2952750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15 kg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39079" y="2743200"/>
            <a:ext cx="1371565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96227" y="2800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Actual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96227" y="2952750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14.5 kg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81790" y="3276599"/>
            <a:ext cx="2828854" cy="34290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19989" y="3390899"/>
            <a:ext cx="761980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Waste: 0.5 kg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57968" y="38576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34166" y="3982810"/>
            <a:ext cx="152396" cy="13062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562760" y="3971925"/>
            <a:ext cx="99057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Repeat for all cuts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44836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Creating a Processing Batch - Steps 4-6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91455" y="247649"/>
            <a:ext cx="173350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91455" y="247649"/>
            <a:ext cx="173350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 Continued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6191095" cy="2524125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29289" y="2234246"/>
            <a:ext cx="2524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12287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16" y="1266824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Calculations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685925"/>
            <a:ext cx="1381090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99" y="1790700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99" y="198119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200 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2616" y="1685925"/>
            <a:ext cx="1381090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7388" y="1790700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7388" y="198119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150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9429" y="1685925"/>
            <a:ext cx="1381090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24201" y="1790700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201" y="198119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50 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6718" y="1685925"/>
            <a:ext cx="1381090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1490" y="1790700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Waste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1490" y="198119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25%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2466975"/>
            <a:ext cx="5772005" cy="476249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19149" y="2645228"/>
            <a:ext cx="152396" cy="11974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47743" y="2609850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Compare to Expected Yield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91115" y="2661557"/>
            <a:ext cx="152396" cy="8708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66733" y="3714750"/>
            <a:ext cx="6191095" cy="2819399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-676926" y="5058409"/>
            <a:ext cx="2819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27" y="3905249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5327" y="3905249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2516" y="394335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27" y="4362450"/>
            <a:ext cx="5772005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4521653"/>
            <a:ext cx="152396" cy="11974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28694" y="4486275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Quality Check Results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0164" y="4529817"/>
            <a:ext cx="152396" cy="10341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95327" y="4895849"/>
            <a:ext cx="5772005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0099" y="5049610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28694" y="501967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Temperature Readings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0164" y="5049610"/>
            <a:ext cx="152396" cy="13062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895327" y="5429250"/>
            <a:ext cx="5772005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0F9FF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00099" y="5583010"/>
            <a:ext cx="152396" cy="1306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28694" y="5553074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Notes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0164" y="5588453"/>
            <a:ext cx="152396" cy="11974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95327" y="5962650"/>
            <a:ext cx="2847903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71525" y="6087835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62020" y="6057900"/>
            <a:ext cx="4667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Passed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19429" y="5962650"/>
            <a:ext cx="2847903" cy="3809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895627" y="6087835"/>
            <a:ext cx="152396" cy="1306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086122" y="6057900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Failed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8323" y="1038224"/>
            <a:ext cx="4476638" cy="5191125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4518801" y="3567746"/>
            <a:ext cx="5191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76918" y="122872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6918" y="12287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34106" y="1266824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Processing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76918" y="1724024"/>
            <a:ext cx="4057548" cy="1333500"/>
          </a:xfrm>
          <a:prstGeom prst="roundRect">
            <a:avLst>
              <a:gd name="adj" fmla="val 17142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8100000"/>
          </a:gra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38839" y="1943660"/>
            <a:ext cx="190495" cy="15127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705532" y="1885950"/>
            <a:ext cx="25621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"Save Processing Batch"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438839" y="2277835"/>
            <a:ext cx="152396" cy="1306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667433" y="2247899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Save your batch to proceed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76918" y="3209925"/>
            <a:ext cx="4057548" cy="152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400739" y="3392436"/>
            <a:ext cx="171445" cy="14932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648383" y="335280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Updates Inventory: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400739" y="3782785"/>
            <a:ext cx="152396" cy="1306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629334" y="3714750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Reduces source product quantity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400739" y="4106635"/>
            <a:ext cx="152396" cy="13062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629334" y="40385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Adds output products to inventory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7400739" y="4435928"/>
            <a:ext cx="152396" cy="11974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629334" y="4362450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Records waste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76918" y="4848225"/>
            <a:ext cx="4057548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7372165" y="4992460"/>
            <a:ext cx="152396" cy="13062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600759" y="4981574"/>
            <a:ext cx="24288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changes automatically tracked in system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6384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4048023" cy="1847849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91151" y="1896108"/>
            <a:ext cx="1847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925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47775"/>
            <a:ext cx="22478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Processing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47825"/>
            <a:ext cx="3628934" cy="476249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1842407"/>
            <a:ext cx="152396" cy="87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43" y="1790700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2219324"/>
            <a:ext cx="3628934" cy="476249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08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2413907"/>
            <a:ext cx="152396" cy="870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47743" y="2362199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"Processing History"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038475"/>
            <a:ext cx="4048023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5414" y="3710622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304222"/>
            <a:ext cx="228594" cy="1543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0119" y="3248024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All Processing Batches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648074"/>
            <a:ext cx="1162020" cy="676274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390615" y="3806005"/>
            <a:ext cx="171445" cy="1603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0099" y="4067174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546" y="3648074"/>
            <a:ext cx="1162020" cy="676274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628834" y="3822597"/>
            <a:ext cx="171445" cy="1272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38319" y="4067174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71765" y="3648074"/>
            <a:ext cx="1162020" cy="676274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857528" y="3811536"/>
            <a:ext cx="171445" cy="1493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67013" y="4067174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4667249"/>
            <a:ext cx="4048023" cy="1962149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-248301" y="5582283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4924424"/>
            <a:ext cx="228594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00119" y="4876800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Export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327" y="5276850"/>
            <a:ext cx="1762080" cy="552450"/>
          </a:xfrm>
          <a:prstGeom prst="roundRect">
            <a:avLst>
              <a:gd name="adj" fmla="val 27586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8100000"/>
          </a:gra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447763" y="5464492"/>
            <a:ext cx="228594" cy="1771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556" y="5457825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71705" y="5276850"/>
            <a:ext cx="1762080" cy="552450"/>
          </a:xfrm>
          <a:prstGeom prst="roundRect">
            <a:avLst>
              <a:gd name="adj" fmla="val 27586"/>
            </a:avLst>
          </a:prstGeom>
          <a:gradFill rotWithShape="1">
            <a:gsLst>
              <a:gs pos="0">
                <a:srgbClr val="FEF2F2"/>
              </a:gs>
              <a:gs pos="100000">
                <a:srgbClr val="FDF2F8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362240" y="5455919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667033" y="5457825"/>
            <a:ext cx="2571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PDF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05252" y="1038224"/>
            <a:ext cx="6619709" cy="5591175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133846" y="1368742"/>
            <a:ext cx="228594" cy="1771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38639" y="1323974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Yield Analysis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3846" y="1762125"/>
            <a:ext cx="3000299" cy="1904999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295767" y="1981760"/>
            <a:ext cx="190495" cy="15127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562460" y="1943100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Input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5767" y="2343150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Weight Processed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6918" y="2305049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1,250 kg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95767" y="2724150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Batches Completed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3156" y="2686050"/>
            <a:ext cx="2285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48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95767" y="3105149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Avg Batch Size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5037" y="3067050"/>
            <a:ext cx="4667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26 kg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96067" y="1762125"/>
            <a:ext cx="3000299" cy="1904999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457988" y="1981760"/>
            <a:ext cx="190495" cy="15127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724681" y="1943100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Output Metrics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7988" y="2343150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3436" y="2305049"/>
            <a:ext cx="5810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938 kg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7988" y="2724150"/>
            <a:ext cx="6286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Yield 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53456" y="2686050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75%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7988" y="3105149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Waste Recorded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1059" y="3067050"/>
            <a:ext cx="5333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312 kg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33846" y="3819524"/>
            <a:ext cx="6162520" cy="251460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0800000"/>
          </a:gra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95767" y="3981449"/>
            <a:ext cx="24192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Processing Efficiency Over Time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53296" y="3981449"/>
            <a:ext cx="50481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53296" y="3981449"/>
            <a:ext cx="5048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Daily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34306" y="3981449"/>
            <a:ext cx="638159" cy="228600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34306" y="3981449"/>
            <a:ext cx="638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Weekly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48663" y="3981449"/>
            <a:ext cx="685782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48663" y="3981449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Monthly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95767" y="4524374"/>
            <a:ext cx="771505" cy="1285875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62460" y="5848350"/>
            <a:ext cx="238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43471" y="4352924"/>
            <a:ext cx="771505" cy="1457325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29214" y="5848350"/>
            <a:ext cx="2000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Tue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91175" y="4610099"/>
            <a:ext cx="771505" cy="12001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48343" y="5848350"/>
            <a:ext cx="2476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829354" y="4286250"/>
            <a:ext cx="771505" cy="1523999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15097" y="5848350"/>
            <a:ext cx="2095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Thu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77058" y="4438649"/>
            <a:ext cx="771505" cy="137160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91375" y="5848350"/>
            <a:ext cx="1333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Fri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24761" y="4695824"/>
            <a:ext cx="771505" cy="1114425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20029" y="5848350"/>
            <a:ext cx="1714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362940" y="4952999"/>
            <a:ext cx="771505" cy="857250"/>
          </a:xfrm>
          <a:prstGeom prst="roundRect">
            <a:avLst>
              <a:gd name="adj" fmla="val 9876"/>
            </a:avLst>
          </a:prstGeom>
          <a:gradFill rotWithShape="1">
            <a:gsLst>
              <a:gs pos="0">
                <a:srgbClr val="EFF6FF"/>
              </a:gs>
              <a:gs pos="50000">
                <a:srgbClr val="FEF2F2"/>
              </a:gs>
              <a:gs pos="100000">
                <a:srgbClr val="F0FDF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48683" y="5848350"/>
            <a:ext cx="2095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02920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671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Introduction -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247649"/>
            <a:ext cx="88580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247649"/>
            <a:ext cx="8858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10858228" cy="981074"/>
          </a:xfrm>
          <a:prstGeom prst="roundRect">
            <a:avLst>
              <a:gd name="adj" fmla="val 23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242236" y="1538922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3049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488621"/>
            <a:ext cx="285742" cy="2041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62060" y="13716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Specialized POS &amp; Inventory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060" y="165735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Designed specifically for butcheries, meat processing plants, and meat retail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324100"/>
            <a:ext cx="3514637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71645" y="2552700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285942" y="2715985"/>
            <a:ext cx="285742" cy="244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23981" y="3267075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Meat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19" y="3609975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Cutting management &amp; batch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3766" y="2324100"/>
            <a:ext cx="3514637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38679" y="2552700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52976" y="2715985"/>
            <a:ext cx="285742" cy="244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81470" y="3267075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Weight-Based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5747" y="3609975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Accurate kg/unit pricing 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324" y="2324100"/>
            <a:ext cx="3514637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5712" y="2552700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620009" y="2715985"/>
            <a:ext cx="285742" cy="244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43751" y="3267075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Freshness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276" y="360997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Expiry monitoring &amp;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33" y="4143375"/>
            <a:ext cx="3514637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71645" y="4371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285942" y="4529429"/>
            <a:ext cx="285742" cy="2565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90655" y="5086350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0139" y="5429250"/>
            <a:ext cx="20573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Monitoring &amp; compliance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3766" y="4143375"/>
            <a:ext cx="3514637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838679" y="4371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952976" y="4546923"/>
            <a:ext cx="285742" cy="2216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238619" y="508635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Batch &amp; Lot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1470" y="54292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traceability 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324" y="4143375"/>
            <a:ext cx="3514637" cy="1666874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05712" y="4371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620009" y="4541092"/>
            <a:ext cx="285742" cy="23326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19949" y="5086350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Loyalty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177" y="5429250"/>
            <a:ext cx="16954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&amp; rewards programs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33" y="6038849"/>
            <a:ext cx="10858228" cy="590549"/>
          </a:xfrm>
          <a:prstGeom prst="roundRect">
            <a:avLst>
              <a:gd name="adj" fmla="val 38709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600359" y="6252882"/>
            <a:ext cx="190495" cy="1624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905152" y="6219825"/>
            <a:ext cx="46861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All-in-one solution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modern butchery operations management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58000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