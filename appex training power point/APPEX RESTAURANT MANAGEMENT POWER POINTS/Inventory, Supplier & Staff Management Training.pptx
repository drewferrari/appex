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571685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57168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OPERATIONS MANAGEMENT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Inventory, Supplier &amp;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Staff Management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Stock &amp; Recipes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93732"/>
            <a:ext cx="228594" cy="1657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Orders &amp; 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918585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Roles &amp; Scheduling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977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Tracking &amp;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054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380999"/>
            <a:ext cx="47623" cy="380999"/>
          </a:xfrm>
          <a:prstGeom prst="roundRect">
            <a:avLst>
              <a:gd name="adj" fmla="val 16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753" y="0"/>
            <a:ext cx="9477138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Inventory Management Access &amp; Ingredient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43891" y="323849"/>
            <a:ext cx="1181070" cy="495299"/>
          </a:xfrm>
          <a:prstGeom prst="roundRect">
            <a:avLst>
              <a:gd name="adj" fmla="val 3845769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43891" y="323849"/>
            <a:ext cx="11810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7.1 - 7.2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352549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54305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676960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628775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335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213359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2133599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"Inventory"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352549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09198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5951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82" y="154305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Ingredients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689" y="196214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689" y="196214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481" y="1962149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Inventory → Ingredients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689" y="2266950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689" y="2266950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481" y="2266950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Ingredient"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689" y="2571750"/>
            <a:ext cx="4914777" cy="990599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957410" y="3034029"/>
            <a:ext cx="9905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036" y="2686050"/>
            <a:ext cx="46671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036" y="291465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951884"/>
            <a:ext cx="114297" cy="779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05652" y="291465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Unit (kg, liter, piece)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05652" y="2957079"/>
            <a:ext cx="114297" cy="675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53036" y="31051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Cost per unit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53036" y="3134590"/>
            <a:ext cx="114297" cy="93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05652" y="31051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Supplier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05652" y="3137188"/>
            <a:ext cx="114297" cy="8832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53036" y="3295650"/>
            <a:ext cx="46671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Minimum stock level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3323792"/>
            <a:ext cx="114297" cy="9611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419689" y="3638550"/>
            <a:ext cx="4914777" cy="352424"/>
          </a:xfrm>
          <a:prstGeom prst="roundRect">
            <a:avLst>
              <a:gd name="adj" fmla="val 4324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6276497" y="3781742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4937" y="3714750"/>
            <a:ext cx="47433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"Save"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3760850"/>
            <a:ext cx="133346" cy="11734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7134225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80990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Recipe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337" y="247649"/>
            <a:ext cx="100962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337" y="247649"/>
            <a:ext cx="10096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6934"/>
            <a:ext cx="190495" cy="154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Creating Recipes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0287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Menu → select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52624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"Recipe"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95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95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95525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Ingredient"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638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638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638425"/>
            <a:ext cx="28574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ingredient &amp; enter quantity per serving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81325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14035" y="3162617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674" y="3095625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Waste percentage (optional)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3149727"/>
            <a:ext cx="133346" cy="10134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5327" y="3524250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14035" y="3705542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674" y="3638550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calculates cost per serving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3689985"/>
            <a:ext cx="133346" cy="10668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86382" y="1190625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Recipe Import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1609724"/>
            <a:ext cx="4914777" cy="3619499"/>
          </a:xfrm>
          <a:prstGeom prst="roundRect">
            <a:avLst>
              <a:gd name="adj" fmla="val 6315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96087" y="22574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05632" y="2505403"/>
            <a:ext cx="342891" cy="26604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48283" y="3171825"/>
            <a:ext cx="44575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Upload Recipe Spreadsheet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8283" y="351472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Import multiple recipes at once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48283" y="3933824"/>
            <a:ext cx="4457588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00679" y="40862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1104"/>
              <a:t>  </a:t>
            </a: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calculates all costs automatically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00679" y="4155972"/>
            <a:ext cx="171445" cy="127204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78123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Stock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05680"/>
            <a:ext cx="171445" cy="160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Automated Deduction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47348" y="1843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1696810"/>
            <a:ext cx="152396" cy="130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0575" y="19145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When item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333624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47348" y="26435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496910"/>
            <a:ext cx="152396" cy="1306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0575" y="27146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Ingredients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auto-deducted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3133724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47348" y="34436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302453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0575" y="35147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Real-time updates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24261" y="1216741"/>
            <a:ext cx="171445" cy="1382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71905" y="1171575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4261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4261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0955" y="1533525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→ Stock 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4261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4261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0955" y="1800225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ingredients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4261" y="2066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0955" y="2066924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actual quantities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4261" y="23336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4261" y="23336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0955" y="2333624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Calculate variance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4261" y="26003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4261" y="26003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0955" y="2600325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Adjust inventory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00819" y="1212593"/>
            <a:ext cx="171445" cy="14656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48463" y="11715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Low Stock Alerts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00819" y="1533525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7890939" y="1843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34166" y="1702253"/>
            <a:ext cx="152396" cy="11974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334166" y="19145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Dashboard shows below minimum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00819" y="2333624"/>
            <a:ext cx="3171745" cy="6858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7890939" y="2643504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334166" y="2496910"/>
            <a:ext cx="152396" cy="1306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34166" y="271462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suggests reorder quantities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92009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Supplier Management Access &amp; Adding Suppliers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8.1 - 8.2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781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781174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"Suppliers"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4133"/>
            <a:ext cx="190495" cy="1596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82" y="11906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Suppliers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481" y="1609724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"Add Supplier"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689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689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481" y="1933574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supplier details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689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689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4481" y="225742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products they supply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689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689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4481" y="2581275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lead times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689" y="2905124"/>
            <a:ext cx="4914777" cy="390525"/>
          </a:xfrm>
          <a:prstGeom prst="roundRect">
            <a:avLst>
              <a:gd name="adj" fmla="val 3902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257447" y="3067366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3986" y="3000375"/>
            <a:ext cx="470523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33986" y="3046475"/>
            <a:ext cx="133346" cy="117348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766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Purchase Orders - Creating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38530"/>
            <a:ext cx="190495" cy="170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Create 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609724"/>
            <a:ext cx="26478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Suppliers → Purchase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90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90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18" y="1990724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Purchase Order"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3717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3717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18" y="2371725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supplier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86382" y="11906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&amp; Send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689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689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679" y="1609724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ingredients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990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689" y="1990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0679" y="1990724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quantities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2371725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238397" y="2553017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3036" y="2486025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to supplier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537459"/>
            <a:ext cx="133346" cy="10668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3148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Purchase Orders - Receiving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9811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Open PO when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delivery arrives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"Receive"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received quantities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21430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expiry dates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perishables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29051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19" y="2905124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Confirm receipt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86382" y="1190625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After Receipt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1609724"/>
            <a:ext cx="4914777" cy="3333749"/>
          </a:xfrm>
          <a:prstGeom prst="roundRect">
            <a:avLst>
              <a:gd name="adj" fmla="val 6857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9889" y="219074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48483" y="2455444"/>
            <a:ext cx="457188" cy="38501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48283" y="3333749"/>
            <a:ext cx="445758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8283" y="3790949"/>
            <a:ext cx="4457588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0679" y="394335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levels automatically adjusted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95987" y="4007566"/>
            <a:ext cx="171445" cy="13826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3720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Staff Management Access &amp;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9.1 - 9.2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781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781174"/>
            <a:ext cx="19335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"Staff"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82" y="1190625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Staff Roles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689" y="1609724"/>
            <a:ext cx="2419289" cy="609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147909" y="1881504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036" y="172402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36" y="195262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Full access, override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177" y="1609724"/>
            <a:ext cx="2419289" cy="6096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8643397" y="1881504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8523" y="172402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Supervisor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523" y="195262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Shift mgmt,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2295525"/>
            <a:ext cx="2419289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147909" y="25673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036" y="24098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036" y="263842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Orders, serve tables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177" y="2295525"/>
            <a:ext cx="2419289" cy="6096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8643397" y="25673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48523" y="24098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8523" y="263842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Kitchen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2981325"/>
            <a:ext cx="2419289" cy="6096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147909" y="32531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3036" y="30956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3036" y="332422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Payment processing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177" y="2981325"/>
            <a:ext cx="2419289" cy="60960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8643397" y="32531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8523" y="30956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8523" y="332422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Reservations, greeting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32404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Adding Staff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3938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7810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"Add Staff"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52624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95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95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9552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638425"/>
            <a:ext cx="4914777" cy="390525"/>
          </a:xfrm>
          <a:prstGeom prst="roundRect">
            <a:avLst>
              <a:gd name="adj" fmla="val 3902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733085" y="2800667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624" y="2733674"/>
            <a:ext cx="470523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779775"/>
            <a:ext cx="133346" cy="1173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59541"/>
            <a:ext cx="190495" cy="1288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86382" y="1190625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Details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689" y="1609724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6257447" y="1771966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689" y="1609724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Name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33986" y="1749552"/>
            <a:ext cx="133346" cy="10134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915177" y="1609724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8752935" y="1771966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177" y="1609724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Phone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29474" y="1746885"/>
            <a:ext cx="133346" cy="1066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419689" y="2076449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257447" y="2238691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689" y="2076449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Email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33986" y="2216277"/>
            <a:ext cx="133346" cy="10134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915177" y="2076449"/>
            <a:ext cx="2419289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8752935" y="2238691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177" y="2076449"/>
            <a:ext cx="241928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Role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29474" y="2208276"/>
            <a:ext cx="133346" cy="11734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419689" y="2543175"/>
            <a:ext cx="4914777" cy="390525"/>
          </a:xfrm>
          <a:prstGeom prst="roundRect">
            <a:avLst>
              <a:gd name="adj" fmla="val 1951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6257447" y="2705417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689" y="2543175"/>
            <a:ext cx="491477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PIN code (for POS login)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33986" y="2683002"/>
            <a:ext cx="133346" cy="101346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8672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Shift Management -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7524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781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781174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Staff →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82" y="1190625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Scheduling Shifts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481" y="1609724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shift 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689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689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481" y="1952624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staff to shifts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689" y="2295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689" y="2295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4481" y="2295525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schedule calendar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689" y="2676524"/>
            <a:ext cx="4914777" cy="390525"/>
          </a:xfrm>
          <a:prstGeom prst="roundRect">
            <a:avLst>
              <a:gd name="adj" fmla="val 3902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6257447" y="2838766"/>
            <a:ext cx="3905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3036" y="2790824"/>
            <a:ext cx="466713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Plan staffing for each day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827193"/>
            <a:ext cx="114297" cy="9871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0767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Shift Management - Clock &amp; Tips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Clock In/Out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99747" y="18053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1778453"/>
            <a:ext cx="152396" cy="1197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1743075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Staff clock in at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181225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99747" y="23768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2340428"/>
            <a:ext cx="152396" cy="138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57268" y="2314575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hours worked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752725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99747" y="29483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28674" y="2921453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57268" y="288607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Overtime calculation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1190625"/>
            <a:ext cx="9334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Tip Pooling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4481" y="1609724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tips received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689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4481" y="195262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Distribute by 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689" y="2295525"/>
            <a:ext cx="4914777" cy="628650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138384" y="2576830"/>
            <a:ext cx="6286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3036" y="2409825"/>
            <a:ext cx="46671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Distribution rules: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53036" y="2600325"/>
            <a:ext cx="504812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3036" y="2600325"/>
            <a:ext cx="50481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5947" y="2600325"/>
            <a:ext cx="495287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95947" y="2600325"/>
            <a:ext cx="4952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Hours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29334" y="2600325"/>
            <a:ext cx="409564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9334" y="2600325"/>
            <a:ext cx="40956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Role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689" y="3038475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6224109" y="323405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53036" y="3215367"/>
            <a:ext cx="152396" cy="10341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81630" y="3171825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Staff view tips earned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41938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Staff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10858228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5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18" y="1247775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by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26" y="1724024"/>
            <a:ext cx="2476438" cy="2667000"/>
          </a:xfrm>
          <a:prstGeom prst="roundRect">
            <a:avLst>
              <a:gd name="adj" fmla="val 9230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5822" y="2680023"/>
            <a:ext cx="285742" cy="2216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07657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per Waiter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34327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Track individual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2260" y="1724024"/>
            <a:ext cx="2476438" cy="2667000"/>
          </a:xfrm>
          <a:prstGeom prst="roundRect">
            <a:avLst>
              <a:gd name="adj" fmla="val 9230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14657" y="2688771"/>
            <a:ext cx="285742" cy="204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14657" y="307657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Average Tip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657" y="334327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Service quality indicator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095" y="1724024"/>
            <a:ext cx="2476438" cy="2667000"/>
          </a:xfrm>
          <a:prstGeom prst="roundRect">
            <a:avLst>
              <a:gd name="adj" fmla="val 9230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43491" y="2690229"/>
            <a:ext cx="285742" cy="2011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43491" y="307657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Items per Hour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3491" y="334327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Efficiency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19929" y="1724024"/>
            <a:ext cx="2476438" cy="2667000"/>
          </a:xfrm>
          <a:prstGeom prst="roundRect">
            <a:avLst>
              <a:gd name="adj" fmla="val 9230"/>
            </a:avLst>
          </a:prstGeom>
          <a:gradFill rotWithShape="1">
            <a:gsLst>
              <a:gs pos="0">
                <a:srgbClr val="FAF5FF"/>
              </a:gs>
              <a:gs pos="100000">
                <a:srgbClr val="FDF2F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72325" y="2668360"/>
            <a:ext cx="285742" cy="244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72325" y="307657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2325" y="334327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If collected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