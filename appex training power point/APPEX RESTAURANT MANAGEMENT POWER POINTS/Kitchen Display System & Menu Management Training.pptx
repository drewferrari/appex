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image" Target="../media/image48.png"/><Relationship Id="rId14" Type="http://schemas.openxmlformats.org/officeDocument/2006/relationships/image" Target="../media/image4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33.png"/><Relationship Id="rId6" Type="http://schemas.openxmlformats.org/officeDocument/2006/relationships/image" Target="../media/image70.png"/><Relationship Id="rId7" Type="http://schemas.openxmlformats.org/officeDocument/2006/relationships/image" Target="../media/image49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34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Relationship Id="rId11" Type="http://schemas.openxmlformats.org/officeDocument/2006/relationships/image" Target="../media/image86.png"/><Relationship Id="rId12" Type="http://schemas.openxmlformats.org/officeDocument/2006/relationships/image" Target="../media/image8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EA580C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DC262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1562100"/>
            <a:ext cx="2171645" cy="419100"/>
          </a:xfrm>
          <a:prstGeom prst="roundRect">
            <a:avLst>
              <a:gd name="adj" fmla="val 454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562100"/>
            <a:ext cx="2171645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KITCHEN OPERATIONS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96986"/>
            <a:ext cx="171445" cy="1493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33" y="2286000"/>
            <a:ext cx="7676958" cy="1333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Kitchen Display System</a:t>
            </a:r>
            <a:r>
              <a:rPr sz="1104"/>
              <a:t>
</a:t>
            </a: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&amp; Menu Management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8480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Training Guide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857625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33" y="4552949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54917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9624" y="5029200"/>
            <a:ext cx="27336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Kitchen Operations 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24681" y="1600200"/>
            <a:ext cx="2800279" cy="36576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6961921" y="3362960"/>
            <a:ext cx="3657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7573" y="190499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7573" y="23241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483167"/>
            <a:ext cx="228594" cy="177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39059" y="2324100"/>
            <a:ext cx="10191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KDS 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9059" y="2571750"/>
            <a:ext cx="10191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Order Display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7573" y="30289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185159"/>
            <a:ext cx="228594" cy="1828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39059" y="3028950"/>
            <a:ext cx="14287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Menu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9059" y="3276599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Items &amp; Categories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7573" y="37337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884295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39059" y="3733799"/>
            <a:ext cx="11334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KDS Settings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9059" y="3981449"/>
            <a:ext cx="11334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Stations &amp; Display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7573" y="44386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610576"/>
            <a:ext cx="228594" cy="15144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39059" y="4438649"/>
            <a:ext cx="9048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Modifiers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059" y="4686300"/>
            <a:ext cx="9048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Customization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83877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Accessing KDS &amp; Interface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01019" y="247649"/>
            <a:ext cx="1323941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1019" y="247649"/>
            <a:ext cx="132394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5.1 - 5.2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8335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6318" y="1609724"/>
            <a:ext cx="23335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"Kitchen"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sidebar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990724"/>
            <a:ext cx="4914777" cy="428625"/>
          </a:xfrm>
          <a:prstGeom prst="roundRect">
            <a:avLst>
              <a:gd name="adj" fmla="val 35555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714035" y="2172016"/>
            <a:ext cx="4286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674" y="2105024"/>
            <a:ext cx="466713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OR dedicated KDS screen in kitchen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28674" y="2156460"/>
            <a:ext cx="133346" cy="10668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19689" y="1248335"/>
            <a:ext cx="190495" cy="1512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86382" y="1190625"/>
            <a:ext cx="8762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Order Grid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689" y="1609724"/>
            <a:ext cx="49147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Color-coded by: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9689" y="1876424"/>
            <a:ext cx="971525" cy="247649"/>
          </a:xfrm>
          <a:prstGeom prst="roundRect">
            <a:avLst>
              <a:gd name="adj" fmla="val 30769"/>
            </a:avLst>
          </a:prstGeom>
          <a:solidFill>
            <a:srgbClr val="FEF2F2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689" y="1876424"/>
            <a:ext cx="97152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Time elapsed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67413" y="1876424"/>
            <a:ext cx="914377" cy="247649"/>
          </a:xfrm>
          <a:prstGeom prst="roundRect">
            <a:avLst>
              <a:gd name="adj" fmla="val 30769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67413" y="1876424"/>
            <a:ext cx="9143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Course type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7988" y="1876424"/>
            <a:ext cx="638159" cy="247649"/>
          </a:xfrm>
          <a:prstGeom prst="roundRect">
            <a:avLst>
              <a:gd name="adj" fmla="val 30769"/>
            </a:avLst>
          </a:prstGeom>
          <a:solidFill>
            <a:srgbClr val="FEF2F2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7988" y="1876424"/>
            <a:ext cx="6381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Priority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9689" y="2238375"/>
            <a:ext cx="4914777" cy="1028700"/>
          </a:xfrm>
          <a:prstGeom prst="roundRect">
            <a:avLst>
              <a:gd name="adj" fmla="val 1481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938359" y="2719705"/>
            <a:ext cx="10287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036" y="2352675"/>
            <a:ext cx="46671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Order Details: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3036" y="2619374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Table number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53036" y="2651413"/>
            <a:ext cx="114297" cy="8832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05652" y="2619374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Server name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05652" y="2651413"/>
            <a:ext cx="114297" cy="8832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553036" y="2809875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Time ordered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53036" y="2836718"/>
            <a:ext cx="114297" cy="9871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905652" y="2809875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Items with modifiers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905652" y="2836718"/>
            <a:ext cx="114297" cy="9871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53036" y="3000375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Special instructions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53036" y="3032413"/>
            <a:ext cx="114297" cy="8832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905652" y="3000375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Quantity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905652" y="3032413"/>
            <a:ext cx="114297" cy="88322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05754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KDS Status Indicators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51136"/>
            <a:ext cx="190495" cy="1456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0572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Order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4914777" cy="609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9624" y="1724024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4397" y="1839861"/>
            <a:ext cx="171445" cy="1493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04912" y="1724024"/>
            <a:ext cx="12763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4912" y="1952624"/>
            <a:ext cx="127631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Just received (flashing)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333624"/>
            <a:ext cx="4914777" cy="609600"/>
          </a:xfrm>
          <a:prstGeom prst="roundRect">
            <a:avLst>
              <a:gd name="adj" fmla="val 250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9624" y="2447924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4397" y="2562378"/>
            <a:ext cx="171445" cy="1520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04912" y="2447924"/>
            <a:ext cx="7334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Preparing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12" y="2676524"/>
            <a:ext cx="7334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Chef started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327" y="3057525"/>
            <a:ext cx="4914777" cy="6096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9624" y="317182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14397" y="3287661"/>
            <a:ext cx="171445" cy="14932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04912" y="3171825"/>
            <a:ext cx="9143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4912" y="3400425"/>
            <a:ext cx="91437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Plated and ready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327" y="3781424"/>
            <a:ext cx="4914777" cy="609600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9624" y="3895724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14397" y="4030918"/>
            <a:ext cx="171445" cy="1106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04912" y="3895724"/>
            <a:ext cx="9429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4912" y="4124324"/>
            <a:ext cx="94295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Delivered to table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19689" y="1238530"/>
            <a:ext cx="190495" cy="17088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86382" y="1190625"/>
            <a:ext cx="11905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Time Tracking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19689" y="1609724"/>
            <a:ext cx="4914777" cy="2362199"/>
          </a:xfrm>
          <a:prstGeom prst="roundRect">
            <a:avLst>
              <a:gd name="adj" fmla="val 9677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72085" y="1762125"/>
            <a:ext cx="46099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780"/>
              </a:spcAft>
            </a:pPr>
            <a:r>
              <a:rPr sz="83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Color changes based on time: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72085" y="2066924"/>
            <a:ext cx="4609984" cy="533399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686382" y="21812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05472" y="2219324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Green: On time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72085" y="2676524"/>
            <a:ext cx="4609984" cy="533399"/>
          </a:xfrm>
          <a:prstGeom prst="roundRect">
            <a:avLst>
              <a:gd name="adj" fmla="val 28571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686382" y="27908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05472" y="2828925"/>
            <a:ext cx="17430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Yellow: 5 min remaining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72085" y="3286125"/>
            <a:ext cx="4609984" cy="533399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686382" y="34004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05472" y="3438525"/>
            <a:ext cx="10000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Red: Overdue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54341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Processing Orders - Steps 1-2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14817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27" y="11906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0615" y="1247775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View New Orders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724024"/>
            <a:ext cx="323841" cy="428625"/>
          </a:xfrm>
          <a:prstGeom prst="roundRect">
            <a:avLst>
              <a:gd name="adj" fmla="val 47058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875503"/>
            <a:ext cx="171445" cy="11614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33466" y="1724024"/>
            <a:ext cx="25812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New orders appear at </a:t>
            </a: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top of screen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305049"/>
            <a:ext cx="323841" cy="428625"/>
          </a:xfrm>
          <a:prstGeom prst="roundRect">
            <a:avLst>
              <a:gd name="adj" fmla="val 47058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71525" y="2441318"/>
            <a:ext cx="171445" cy="14656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33466" y="2305049"/>
            <a:ext cx="21906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Flashing/alert sound (optional)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327" y="2886075"/>
            <a:ext cx="323841" cy="428625"/>
          </a:xfrm>
          <a:prstGeom prst="roundRect">
            <a:avLst>
              <a:gd name="adj" fmla="val 47058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71525" y="2991925"/>
            <a:ext cx="171445" cy="2073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33466" y="2886075"/>
            <a:ext cx="18573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Chef acknowledges order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327" y="3543300"/>
            <a:ext cx="4895727" cy="428625"/>
          </a:xfrm>
          <a:prstGeom prst="roundRect">
            <a:avLst>
              <a:gd name="adj" fmla="val 3555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714035" y="3724592"/>
            <a:ext cx="4286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674" y="3657600"/>
            <a:ext cx="464808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Alert draws attention to new orders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28674" y="3703700"/>
            <a:ext cx="133346" cy="11734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210144" y="1000125"/>
            <a:ext cx="5314817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372824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38739" y="11906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8739" y="11906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4026" y="1247775"/>
            <a:ext cx="14096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Start Preparing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38739" y="1724024"/>
            <a:ext cx="323841" cy="428625"/>
          </a:xfrm>
          <a:prstGeom prst="roundRect">
            <a:avLst>
              <a:gd name="adj" fmla="val 47058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14937" y="1878268"/>
            <a:ext cx="171445" cy="1106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76878" y="1724024"/>
            <a:ext cx="202877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item to </a:t>
            </a:r>
            <a:r>
              <a:rPr sz="956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start preparing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38739" y="2305049"/>
            <a:ext cx="323841" cy="428625"/>
          </a:xfrm>
          <a:prstGeom prst="roundRect">
            <a:avLst>
              <a:gd name="adj" fmla="val 47058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2437170"/>
            <a:ext cx="171445" cy="15485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76878" y="2305049"/>
            <a:ext cx="17716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Timer starts for that item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38739" y="2886075"/>
            <a:ext cx="323841" cy="428625"/>
          </a:xfrm>
          <a:prstGeom prst="roundRect">
            <a:avLst>
              <a:gd name="adj" fmla="val 47058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14937" y="3020961"/>
            <a:ext cx="171445" cy="1493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76878" y="2886075"/>
            <a:ext cx="21049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Color changes based on time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38739" y="3543300"/>
            <a:ext cx="4895727" cy="72390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FEFCE8"/>
              </a:gs>
              <a:gs pos="100000">
                <a:srgbClr val="FEF2F2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6109809" y="3872230"/>
            <a:ext cx="723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2085" y="3657600"/>
            <a:ext cx="46480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Time-based colors: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72085" y="3924299"/>
            <a:ext cx="1038199" cy="228600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72085" y="3924299"/>
            <a:ext cx="1038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66534"/>
                </a:solidFill>
                <a:latin typeface="Inter"/>
                <a:rFonts ascii="Inter" hAnsi="Inter" eastAsia="Inter" cs="Inter"/>
              </a:rPr>
              <a:t>Green = On time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86482" y="3924299"/>
            <a:ext cx="1142971" cy="228600"/>
          </a:xfrm>
          <a:prstGeom prst="roundRect">
            <a:avLst>
              <a:gd name="adj" fmla="val 33333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6482" y="3924299"/>
            <a:ext cx="11429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54D0E"/>
                </a:solidFill>
                <a:latin typeface="Inter"/>
                <a:rFonts ascii="Inter" hAnsi="Inter" eastAsia="Inter" cs="Inter"/>
              </a:rPr>
              <a:t>Yellow = 5 min left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05652" y="3924299"/>
            <a:ext cx="962000" cy="228600"/>
          </a:xfrm>
          <a:prstGeom prst="roundRect">
            <a:avLst>
              <a:gd name="adj" fmla="val 33333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05652" y="3924299"/>
            <a:ext cx="9620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91B1B"/>
                </a:solidFill>
                <a:latin typeface="Inter"/>
                <a:rFonts ascii="Inter" hAnsi="Inter" eastAsia="Inter" cs="Inter"/>
              </a:rPr>
              <a:t>Red = Overdue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64818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Processing Orders - Steps 3-4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14817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27" y="11906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0615" y="1247775"/>
            <a:ext cx="16763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Mark Items 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724024"/>
            <a:ext cx="323841" cy="428625"/>
          </a:xfrm>
          <a:prstGeom prst="roundRect">
            <a:avLst>
              <a:gd name="adj" fmla="val 47058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858911"/>
            <a:ext cx="171445" cy="1493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33466" y="1724024"/>
            <a:ext cx="24288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When item cooked, click </a:t>
            </a:r>
            <a:r>
              <a:rPr sz="956" b="1">
                <a:solidFill>
                  <a:srgbClr val="15803D"/>
                </a:solidFill>
                <a:latin typeface="Inter"/>
                <a:rFonts ascii="Inter" hAnsi="Inter" eastAsia="Inter" cs="Inter"/>
              </a:rPr>
              <a:t>"Ready"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305049"/>
            <a:ext cx="323841" cy="428625"/>
          </a:xfrm>
          <a:prstGeom prst="roundRect">
            <a:avLst>
              <a:gd name="adj" fmla="val 47058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71525" y="2448232"/>
            <a:ext cx="171445" cy="13273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33466" y="2305049"/>
            <a:ext cx="20573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Item moves to </a:t>
            </a:r>
            <a:r>
              <a:rPr sz="956" b="1">
                <a:solidFill>
                  <a:srgbClr val="15803D"/>
                </a:solidFill>
                <a:latin typeface="Inter"/>
                <a:rFonts ascii="Inter" hAnsi="Inter" eastAsia="Inter" cs="Inter"/>
              </a:rPr>
              <a:t>ready section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327" y="2886075"/>
            <a:ext cx="323841" cy="428625"/>
          </a:xfrm>
          <a:prstGeom prst="roundRect">
            <a:avLst>
              <a:gd name="adj" fmla="val 47058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71525" y="3022343"/>
            <a:ext cx="171445" cy="14656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33466" y="2886075"/>
            <a:ext cx="21525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Waiter notified on their device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327" y="3543300"/>
            <a:ext cx="4895727" cy="428625"/>
          </a:xfrm>
          <a:prstGeom prst="roundRect">
            <a:avLst>
              <a:gd name="adj" fmla="val 35555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714035" y="3724592"/>
            <a:ext cx="4286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674" y="3657600"/>
            <a:ext cx="464808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Waiter sees "Ready" notification instantly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28674" y="3703700"/>
            <a:ext cx="133346" cy="11734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210144" y="1000125"/>
            <a:ext cx="5314817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372824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38739" y="11906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8739" y="11906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4026" y="1247775"/>
            <a:ext cx="19430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Course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8739" y="1724024"/>
            <a:ext cx="48957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04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For multi-course meals: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38739" y="2105024"/>
            <a:ext cx="4895727" cy="495299"/>
          </a:xfrm>
          <a:prstGeom prst="roundRect">
            <a:avLst>
              <a:gd name="adj" fmla="val 30769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6224110" y="2319653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72085" y="2278011"/>
            <a:ext cx="171445" cy="14932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19729" y="2238375"/>
            <a:ext cx="12858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Starters sent first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38739" y="2714625"/>
            <a:ext cx="4895727" cy="495299"/>
          </a:xfrm>
          <a:prstGeom prst="roundRect">
            <a:avLst>
              <a:gd name="adj" fmla="val 30769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6224110" y="2929254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72085" y="2887611"/>
            <a:ext cx="171445" cy="1493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19729" y="2847974"/>
            <a:ext cx="27812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Main course held until starters served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38739" y="3324225"/>
            <a:ext cx="4895727" cy="495299"/>
          </a:xfrm>
          <a:prstGeom prst="roundRect">
            <a:avLst>
              <a:gd name="adj" fmla="val 30769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6224110" y="3538854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72085" y="3468175"/>
            <a:ext cx="171445" cy="20739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19729" y="3457575"/>
            <a:ext cx="20097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Waiter triggers next course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38739" y="3971925"/>
            <a:ext cx="4895727" cy="428625"/>
          </a:xfrm>
          <a:prstGeom prst="roundRect">
            <a:avLst>
              <a:gd name="adj" fmla="val 3555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6257447" y="4153217"/>
            <a:ext cx="4286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72085" y="4086225"/>
            <a:ext cx="464808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Kitchen notified when to start next course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72085" y="4150994"/>
            <a:ext cx="133346" cy="8001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24383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KDS Settings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05680"/>
            <a:ext cx="171445" cy="1603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Station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28" y="1533525"/>
            <a:ext cx="31717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78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Configure multiple kitchen stations: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1800225"/>
            <a:ext cx="1552536" cy="533399"/>
          </a:xfrm>
          <a:prstGeom prst="roundRect">
            <a:avLst>
              <a:gd name="adj" fmla="val 14285"/>
            </a:avLst>
          </a:prstGeom>
          <a:solidFill>
            <a:srgbClr val="FEF2F2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562060" y="1921192"/>
            <a:ext cx="133346" cy="1200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2951" y="2095499"/>
            <a:ext cx="138109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Hot Kitchen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85962" y="1800225"/>
            <a:ext cx="1552536" cy="533399"/>
          </a:xfrm>
          <a:prstGeom prst="roundRect">
            <a:avLst>
              <a:gd name="adj" fmla="val 14285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190795" y="1922526"/>
            <a:ext cx="133346" cy="1173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571685" y="2095499"/>
            <a:ext cx="138109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Cold Kitchen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7228" y="2409825"/>
            <a:ext cx="1552536" cy="533399"/>
          </a:xfrm>
          <a:prstGeom prst="roundRect">
            <a:avLst>
              <a:gd name="adj" fmla="val 14285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562060" y="2532125"/>
            <a:ext cx="133346" cy="1173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2951" y="2705099"/>
            <a:ext cx="138109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Grill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85962" y="2409825"/>
            <a:ext cx="1552536" cy="533399"/>
          </a:xfrm>
          <a:prstGeom prst="roundRect">
            <a:avLst>
              <a:gd name="adj" fmla="val 14285"/>
            </a:avLst>
          </a:prstGeom>
          <a:solidFill>
            <a:srgbClr val="FAF5FF"/>
          </a:solidFill>
          <a:ln w="8255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190795" y="2528125"/>
            <a:ext cx="133346" cy="12534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571685" y="2705099"/>
            <a:ext cx="138109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Pastry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7228" y="3019424"/>
            <a:ext cx="3171745" cy="533399"/>
          </a:xfrm>
          <a:prstGeom prst="roundRect">
            <a:avLst>
              <a:gd name="adj" fmla="val 14285"/>
            </a:avLst>
          </a:prstGeom>
          <a:solidFill>
            <a:srgbClr val="F0FDFA"/>
          </a:soli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2381190" y="3147060"/>
            <a:ext cx="133346" cy="1066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2951" y="3314700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228" y="3667124"/>
            <a:ext cx="3171745" cy="314325"/>
          </a:xfrm>
          <a:prstGeom prst="roundRect">
            <a:avLst>
              <a:gd name="adj" fmla="val 2424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733086" y="3791266"/>
            <a:ext cx="3143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7228" y="3667124"/>
            <a:ext cx="317174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Route orders to appropriate station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52476" y="3782290"/>
            <a:ext cx="114297" cy="9351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524261" y="1216741"/>
            <a:ext cx="171445" cy="13826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771905" y="1171575"/>
            <a:ext cx="13525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Printer Integration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4261" y="1533525"/>
            <a:ext cx="3171745" cy="457200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4328681" y="1729105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657608" y="1684401"/>
            <a:ext cx="133346" cy="11734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829054" y="1647825"/>
            <a:ext cx="15620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Configure order printers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24261" y="2105024"/>
            <a:ext cx="3171745" cy="457200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4328681" y="2300604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657608" y="2255900"/>
            <a:ext cx="133346" cy="11734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829054" y="2219324"/>
            <a:ext cx="17239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Print docket for each order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24261" y="2676524"/>
            <a:ext cx="3171745" cy="457200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4328681" y="2872104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4657608" y="2827400"/>
            <a:ext cx="133346" cy="11734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829054" y="2790824"/>
            <a:ext cx="15525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Print at specific stations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200819" y="1216741"/>
            <a:ext cx="171445" cy="13826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448463" y="1171575"/>
            <a:ext cx="12096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Display Settings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00819" y="1533525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7018" y="1609724"/>
            <a:ext cx="5524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Grid size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11182070" y="1671204"/>
            <a:ext cx="114297" cy="67540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8200819" y="1952624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7018" y="2028825"/>
            <a:ext cx="5619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Font size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11182070" y="2090304"/>
            <a:ext cx="114297" cy="67540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8200819" y="2371725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77018" y="2447924"/>
            <a:ext cx="9429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Color schemes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11182070" y="2509404"/>
            <a:ext cx="114297" cy="6754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8200819" y="2790824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77018" y="2867025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Time thresholds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11182070" y="2928504"/>
            <a:ext cx="114297" cy="67540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8200819" y="3209925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77018" y="3286125"/>
            <a:ext cx="7905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Sound alerts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11182070" y="3347604"/>
            <a:ext cx="114297" cy="67540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25786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Menu Management Access &amp;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1495" y="247649"/>
            <a:ext cx="1333466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1495" y="24764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6.1 - 6.2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245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27635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7811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178117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1781174"/>
            <a:ext cx="24573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"Menu"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left sidebar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19689" y="1248335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86382" y="1190625"/>
            <a:ext cx="13048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Menu Structure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689" y="1609724"/>
            <a:ext cx="4914777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FEF2F2"/>
              </a:gs>
              <a:gs pos="100000">
                <a:srgbClr val="FFF7ED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72085" y="1819275"/>
            <a:ext cx="152396" cy="1143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00679" y="1762125"/>
            <a:ext cx="8096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Categories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2085" y="2028825"/>
            <a:ext cx="46099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Starters, Mains, Desserts, Drinks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9689" y="2486025"/>
            <a:ext cx="4914777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FF7ED"/>
              </a:gs>
              <a:gs pos="100000">
                <a:srgbClr val="FFFBE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33986" y="2643568"/>
            <a:ext cx="133346" cy="10401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43531" y="2600325"/>
            <a:ext cx="15906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Subcategories (optional)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689" y="3019424"/>
            <a:ext cx="4914777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EF2F2"/>
              </a:gs>
              <a:gs pos="100000">
                <a:srgbClr val="FFF7ED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33986" y="3174301"/>
            <a:ext cx="133346" cy="10934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43531" y="3133724"/>
            <a:ext cx="3524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Items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9689" y="3552825"/>
            <a:ext cx="4914777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FF7ED"/>
              </a:gs>
              <a:gs pos="100000">
                <a:srgbClr val="FFFBE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33986" y="3709034"/>
            <a:ext cx="133346" cy="1066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43531" y="3667124"/>
            <a:ext cx="6191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Modifiers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826749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Adding Menu Categories &amp; Items - Basic Info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53396" y="247649"/>
            <a:ext cx="1371565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53396" y="247649"/>
            <a:ext cx="137156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6.3 - 6.4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53938"/>
            <a:ext cx="190495" cy="1400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1620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Category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19" y="1609724"/>
            <a:ext cx="23907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"Categories"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→ "Add Category"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952624"/>
            <a:ext cx="2419289" cy="352424"/>
          </a:xfrm>
          <a:prstGeom prst="roundRect">
            <a:avLst>
              <a:gd name="adj" fmla="val 2162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27" y="1952624"/>
            <a:ext cx="2419289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Category name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71525" y="2078736"/>
            <a:ext cx="133346" cy="9067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3390815" y="1952624"/>
            <a:ext cx="2419289" cy="352424"/>
          </a:xfrm>
          <a:prstGeom prst="roundRect">
            <a:avLst>
              <a:gd name="adj" fmla="val 2162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0815" y="1952624"/>
            <a:ext cx="2419289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Display order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467013" y="2084070"/>
            <a:ext cx="133346" cy="8001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5327" y="2381250"/>
            <a:ext cx="2419289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27" y="2381250"/>
            <a:ext cx="2419289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POS display color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71525" y="2494025"/>
            <a:ext cx="133346" cy="11734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390815" y="2381250"/>
            <a:ext cx="2419289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90815" y="2381250"/>
            <a:ext cx="2419289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Category image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467013" y="2499359"/>
            <a:ext cx="133346" cy="10668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95327" y="2847974"/>
            <a:ext cx="4914777" cy="428625"/>
          </a:xfrm>
          <a:prstGeom prst="roundRect">
            <a:avLst>
              <a:gd name="adj" fmla="val 35555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714035" y="3029266"/>
            <a:ext cx="4286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674" y="2962274"/>
            <a:ext cx="466713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"Save"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28674" y="3013709"/>
            <a:ext cx="133346" cy="10668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19689" y="1242732"/>
            <a:ext cx="190495" cy="1624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86382" y="1190625"/>
            <a:ext cx="17335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Item - Basic Info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19689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689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4481" y="1609724"/>
            <a:ext cx="21335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"Menu Items"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→ "Add Item"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19689" y="1933574"/>
            <a:ext cx="2419289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689" y="1933574"/>
            <a:ext cx="2419289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Item name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95887" y="2057019"/>
            <a:ext cx="133346" cy="96012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915177" y="1933574"/>
            <a:ext cx="2419289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15177" y="1933574"/>
            <a:ext cx="2419289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Select category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991375" y="2046351"/>
            <a:ext cx="133346" cy="117348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419689" y="2362199"/>
            <a:ext cx="2419289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689" y="2362199"/>
            <a:ext cx="2419289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Description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95887" y="2474975"/>
            <a:ext cx="133346" cy="117348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8915177" y="2362199"/>
            <a:ext cx="2419289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15177" y="2362199"/>
            <a:ext cx="2419289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Upload image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991375" y="2478976"/>
            <a:ext cx="133346" cy="109347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6419689" y="2809875"/>
            <a:ext cx="4914777" cy="314325"/>
          </a:xfrm>
          <a:prstGeom prst="roundRect">
            <a:avLst>
              <a:gd name="adj" fmla="val 484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 rot="16200000">
            <a:off x="6295547" y="2934017"/>
            <a:ext cx="3143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14937" y="2886075"/>
            <a:ext cx="4743331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Description and image are optional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514937" y="2922443"/>
            <a:ext cx="114297" cy="98713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879135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Adding Menu Items - Pricing &amp; Kitchen Settings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22272"/>
            <a:ext cx="171445" cy="1272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5238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4990975" cy="438149"/>
          </a:xfrm>
          <a:prstGeom prst="roundRect">
            <a:avLst>
              <a:gd name="adj" fmla="val 3478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671174" y="1719579"/>
            <a:ext cx="4381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0575" y="1657350"/>
            <a:ext cx="3333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599" y="1647825"/>
            <a:ext cx="695307" cy="209550"/>
          </a:xfrm>
          <a:prstGeom prst="roundRect">
            <a:avLst>
              <a:gd name="adj" fmla="val 36363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8599" y="1647825"/>
            <a:ext cx="69530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USD/ZWL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228" y="2047874"/>
            <a:ext cx="2457388" cy="533399"/>
          </a:xfrm>
          <a:prstGeom prst="roundRect">
            <a:avLst>
              <a:gd name="adj" fmla="val 14285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019249" y="2168842"/>
            <a:ext cx="133346" cy="12001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42951" y="2343150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Happy hour pricing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90815" y="2047874"/>
            <a:ext cx="2457388" cy="533399"/>
          </a:xfrm>
          <a:prstGeom prst="roundRect">
            <a:avLst>
              <a:gd name="adj" fmla="val 14285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52836" y="2178177"/>
            <a:ext cx="133346" cy="10134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476538" y="2343150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Lunch special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7228" y="2657475"/>
            <a:ext cx="4990975" cy="4572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661648" y="2853055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0575" y="2790824"/>
            <a:ext cx="5524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Tax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7193" y="2771775"/>
            <a:ext cx="4667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5803D"/>
                </a:solidFill>
                <a:latin typeface="Inter"/>
                <a:rFonts ascii="Inter" hAnsi="Inter" eastAsia="Inter" cs="Inter"/>
              </a:rPr>
              <a:t>14.5%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81590" y="1211211"/>
            <a:ext cx="171445" cy="14932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29234" y="1171575"/>
            <a:ext cx="12286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Kitchen Settings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1590" y="1533525"/>
            <a:ext cx="4990975" cy="34290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7788" y="1609724"/>
            <a:ext cx="13429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Preparation station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57788" y="1665143"/>
            <a:ext cx="114297" cy="98713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182070" y="1671204"/>
            <a:ext cx="114297" cy="6754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6381590" y="1952624"/>
            <a:ext cx="4990975" cy="34290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7788" y="2028825"/>
            <a:ext cx="13810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Prep time (minutes)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57788" y="2081645"/>
            <a:ext cx="114297" cy="103909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182070" y="2090304"/>
            <a:ext cx="114297" cy="6754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6381590" y="2371725"/>
            <a:ext cx="4990975" cy="34290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7788" y="2447924"/>
            <a:ext cx="12096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Assign to course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57788" y="2505940"/>
            <a:ext cx="114297" cy="93518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182070" y="2509404"/>
            <a:ext cx="114297" cy="6754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6381590" y="2828925"/>
            <a:ext cx="4990975" cy="657225"/>
          </a:xfrm>
          <a:prstGeom prst="roundRect">
            <a:avLst>
              <a:gd name="adj" fmla="val 23188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6085998" y="3124517"/>
            <a:ext cx="6572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4937" y="2943225"/>
            <a:ext cx="474333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1104"/>
              <a:t>  </a:t>
            </a: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Special Flag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14937" y="2989325"/>
            <a:ext cx="133346" cy="117348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6514937" y="3181350"/>
            <a:ext cx="923901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4937" y="3181350"/>
            <a:ext cx="9239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Chef's special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15037" y="3181350"/>
            <a:ext cx="657208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15037" y="3181350"/>
            <a:ext cx="6572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New item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45788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Adding Menu Items - Recipe &amp; Modifiers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27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21811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Recipe/Linked Ingredients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27" y="1609724"/>
            <a:ext cx="491477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78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If tracking inventory: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764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18764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19" y="1876424"/>
            <a:ext cx="151443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15803D"/>
                </a:solidFill>
                <a:latin typeface="Inter"/>
                <a:rFonts ascii="Inter" hAnsi="Inter" eastAsia="Inter" cs="Inter"/>
              </a:rPr>
              <a:t>"Link Ingredients"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2193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27" y="22193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19" y="2219324"/>
            <a:ext cx="14763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ingredients 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327" y="25622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327" y="25622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119" y="2562224"/>
            <a:ext cx="16287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quantity per serving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327" y="2905124"/>
            <a:ext cx="4914777" cy="4572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699747" y="3100704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28674" y="3094100"/>
            <a:ext cx="133346" cy="1173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38219" y="3057525"/>
            <a:ext cx="190495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Track inventory automatically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19689" y="1248335"/>
            <a:ext cx="190495" cy="15127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86382" y="1190625"/>
            <a:ext cx="8000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Modifiers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9689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689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4481" y="1609724"/>
            <a:ext cx="13906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"Add Modifiers"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19689" y="19526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689" y="19526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4481" y="1952624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modifier groups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19689" y="2295525"/>
            <a:ext cx="4914777" cy="68580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6109809" y="2605405"/>
            <a:ext cx="685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3036" y="2409825"/>
            <a:ext cx="46671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options: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53036" y="2676524"/>
            <a:ext cx="400039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3036" y="2676524"/>
            <a:ext cx="4000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Rare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91175" y="2676524"/>
            <a:ext cx="590535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91175" y="2676524"/>
            <a:ext cx="5905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Medium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10284" y="2676524"/>
            <a:ext cx="685782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10284" y="2676524"/>
            <a:ext cx="6857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Well done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19689" y="3095625"/>
            <a:ext cx="4914777" cy="314325"/>
          </a:xfrm>
          <a:prstGeom prst="roundRect">
            <a:avLst>
              <a:gd name="adj" fmla="val 484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6295547" y="3219767"/>
            <a:ext cx="3143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4937" y="3171825"/>
            <a:ext cx="4743331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Set additional cost (if any)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14937" y="3213388"/>
            <a:ext cx="114297" cy="88322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51483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Modifier Groups &amp; Availability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2920" y="247649"/>
            <a:ext cx="1362040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2920" y="247649"/>
            <a:ext cx="136204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6.5 - 6.6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6741"/>
            <a:ext cx="171445" cy="1382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88590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Creating Modifier Groups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335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21" y="1533525"/>
            <a:ext cx="20478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Menu → Modifiers → Add Group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1800225"/>
            <a:ext cx="4990975" cy="323849"/>
          </a:xfrm>
          <a:prstGeom prst="roundRect">
            <a:avLst>
              <a:gd name="adj" fmla="val 23529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728324" y="1929129"/>
            <a:ext cx="3238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28" y="1800225"/>
            <a:ext cx="4990975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Enter group name (e.g., "Cooking Preference")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52476" y="1913659"/>
            <a:ext cx="114297" cy="77931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57228" y="2200275"/>
            <a:ext cx="4990975" cy="1047749"/>
          </a:xfrm>
          <a:prstGeom prst="roundRect">
            <a:avLst>
              <a:gd name="adj" fmla="val 727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366374" y="2691129"/>
            <a:ext cx="10477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525" y="2295525"/>
            <a:ext cx="478143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39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Selection type: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71525" y="2541650"/>
            <a:ext cx="133346" cy="1173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42971" y="2524125"/>
            <a:ext cx="12382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Single selection (radio)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71525" y="2775585"/>
            <a:ext cx="133346" cy="1066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42971" y="2752725"/>
            <a:ext cx="159063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Multiple selection (checkbox)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71525" y="3014853"/>
            <a:ext cx="133346" cy="853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42971" y="2981325"/>
            <a:ext cx="12001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Quantity (extra sauce)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228" y="3324225"/>
            <a:ext cx="4990975" cy="314325"/>
          </a:xfrm>
          <a:prstGeom prst="roundRect">
            <a:avLst>
              <a:gd name="adj" fmla="val 2424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733086" y="3448367"/>
            <a:ext cx="3143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7228" y="3324225"/>
            <a:ext cx="499097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Add options with prices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52476" y="3439390"/>
            <a:ext cx="114297" cy="9351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81590" y="1211211"/>
            <a:ext cx="171445" cy="14932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29234" y="1171575"/>
            <a:ext cx="11905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Item Availability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81590" y="1533525"/>
            <a:ext cx="4990975" cy="41910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6205060" y="1710055"/>
            <a:ext cx="4191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14937" y="1705737"/>
            <a:ext cx="133346" cy="7467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686382" y="1647825"/>
            <a:ext cx="1038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Available all day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81590" y="2028825"/>
            <a:ext cx="4990975" cy="41910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6205060" y="2205355"/>
            <a:ext cx="4191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14937" y="2179701"/>
            <a:ext cx="133346" cy="11734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686382" y="2143125"/>
            <a:ext cx="8191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Time-limited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67673" y="2143125"/>
            <a:ext cx="1190595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67673" y="2143125"/>
            <a:ext cx="11905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e.g., breakfast only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81590" y="2524125"/>
            <a:ext cx="4990975" cy="41910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6205060" y="2700655"/>
            <a:ext cx="4191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514937" y="2675000"/>
            <a:ext cx="133346" cy="11734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686382" y="2638425"/>
            <a:ext cx="7429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Day-limited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86722" y="2638425"/>
            <a:ext cx="1171545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86722" y="2638425"/>
            <a:ext cx="11715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e.g., weekend only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81590" y="3019424"/>
            <a:ext cx="4990975" cy="41910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6205060" y="3195954"/>
            <a:ext cx="4191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514937" y="3164966"/>
            <a:ext cx="133346" cy="12801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686382" y="3133724"/>
            <a:ext cx="5905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Seasonal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05652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3486150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10507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Menu Publishing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53416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53416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267193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8335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1905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Preview Menu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4848103" cy="80010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FEF2F2"/>
              </a:gs>
              <a:gs pos="100000">
                <a:srgbClr val="FFF7ED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7723" y="1824717"/>
            <a:ext cx="152396" cy="1034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76318" y="1762125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View as customers see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" y="2066924"/>
            <a:ext cx="45433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Check layout, images, prices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562224"/>
            <a:ext cx="4848103" cy="800100"/>
          </a:xfrm>
          <a:prstGeom prst="roundRect">
            <a:avLst>
              <a:gd name="adj" fmla="val 19047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47723" y="2771775"/>
            <a:ext cx="152396" cy="114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76318" y="2714625"/>
            <a:ext cx="8953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Test on POS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23" y="3019424"/>
            <a:ext cx="45433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Verify items appear correctly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14897" y="1000125"/>
            <a:ext cx="5267193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3633000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43491" y="1253938"/>
            <a:ext cx="190495" cy="1400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10184" y="1190625"/>
            <a:ext cx="14096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Publish Changes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43491" y="1609724"/>
            <a:ext cx="4848103" cy="800100"/>
          </a:xfrm>
          <a:prstGeom prst="roundRect">
            <a:avLst>
              <a:gd name="adj" fmla="val 19047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95887" y="1824717"/>
            <a:ext cx="152396" cy="10341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24481" y="1762125"/>
            <a:ext cx="8191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Draft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5887" y="2066924"/>
            <a:ext cx="45433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Changes saved as draft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43491" y="2562224"/>
            <a:ext cx="4848103" cy="800100"/>
          </a:xfrm>
          <a:prstGeom prst="roundRect">
            <a:avLst>
              <a:gd name="adj" fmla="val 19047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95887" y="2763610"/>
            <a:ext cx="152396" cy="1306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24481" y="2714625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"Publish"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5887" y="3019424"/>
            <a:ext cx="45433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Make menu live instantly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43491" y="3514725"/>
            <a:ext cx="4848103" cy="800100"/>
          </a:xfrm>
          <a:prstGeom prst="roundRect">
            <a:avLst>
              <a:gd name="adj" fmla="val 19047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95887" y="3716110"/>
            <a:ext cx="152396" cy="1306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24481" y="3667124"/>
            <a:ext cx="12763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Schedule Publish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5887" y="3971925"/>
            <a:ext cx="45433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Set specific date and time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5314950"/>
            <a:ext cx="12048823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