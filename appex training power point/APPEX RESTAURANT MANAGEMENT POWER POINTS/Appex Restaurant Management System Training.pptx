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9.png"/><Relationship Id="rId4" Type="http://schemas.openxmlformats.org/officeDocument/2006/relationships/image" Target="../media/image5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EA580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619309" cy="419100"/>
          </a:xfrm>
          <a:prstGeom prst="roundRect">
            <a:avLst>
              <a:gd name="adj" fmla="val 454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619309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RESTAURANT MANAGEMENT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Appex Restaurant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Management System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9622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Restaurant Operations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88882"/>
            <a:ext cx="228594" cy="1657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Table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Floor Plans &amp;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7944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Orders &amp; Payments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1524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Kitchen Display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Order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614862"/>
            <a:ext cx="228594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Delivery &amp; 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Order Fulfillment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14337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Introduction &amp; 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39159" y="247649"/>
            <a:ext cx="885802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39159" y="247649"/>
            <a:ext cx="8858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2418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1234"/>
            <a:ext cx="190495" cy="154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314450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Designed For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1874519"/>
            <a:ext cx="133346" cy="800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04872" y="1819275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Restaurants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141220"/>
            <a:ext cx="133346" cy="80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872" y="2085975"/>
            <a:ext cx="3619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Cafes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407920"/>
            <a:ext cx="133346" cy="80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4872" y="2352675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Fast Food Outlets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674620"/>
            <a:ext cx="133346" cy="800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4872" y="2619374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Cloud Kitchens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3667124"/>
            <a:ext cx="3724181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481664" y="4815521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916311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3876674"/>
            <a:ext cx="6191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27" y="4238624"/>
            <a:ext cx="3305092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Comprehensive point-of-sale and operations management solution tailored for food service businesses.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9509" y="1038224"/>
            <a:ext cx="3400339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090237" y="1567496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810004" y="1253938"/>
            <a:ext cx="190495" cy="1400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10004" y="1533525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Table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0004" y="1800225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Interactive floor plans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4621" y="1038224"/>
            <a:ext cx="3400339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7595349" y="1567496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15117" y="1248335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15117" y="1533525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Kitchen Display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117" y="1800225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Real-time order display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9509" y="2343150"/>
            <a:ext cx="3400339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4090237" y="287242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810004" y="254765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10004" y="2838450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Online Order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0004" y="3105149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Delivery platforms sync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24621" y="2343150"/>
            <a:ext cx="3400339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7595349" y="287242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15117" y="2547657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315117" y="2838450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Recipe &amp; Ingredients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5117" y="3105149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Track recipe costs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9509" y="3638550"/>
            <a:ext cx="3400339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4090237" y="416782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10004" y="3843057"/>
            <a:ext cx="190495" cy="16248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810004" y="4133849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Split Bills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0004" y="4400550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Group payments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4621" y="3638550"/>
            <a:ext cx="3400339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7595349" y="416782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15117" y="3841656"/>
            <a:ext cx="190495" cy="16528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15117" y="4133849"/>
            <a:ext cx="30574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Advance Booking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5117" y="4400550"/>
            <a:ext cx="30574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Table reservations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19509" y="4943475"/>
            <a:ext cx="6905452" cy="1190625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4090237" y="5472747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810004" y="5175997"/>
            <a:ext cx="190495" cy="10645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810004" y="5438774"/>
            <a:ext cx="65625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Staff Management &amp; Tips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10004" y="5705475"/>
            <a:ext cx="65625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Shift management, tip tracking, performance monitoring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6673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Login &amp; First-Time Setup (Steps 1-2)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2.1 - 2.2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0477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Login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1533525"/>
            <a:ext cx="19430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appex.co.zw/login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002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002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180022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username (email)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0669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0669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2066924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password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23336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3336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21" y="2333624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"Login"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2600325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18798" y="27387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76" y="2676524"/>
            <a:ext cx="30002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2FA if enabled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707766"/>
            <a:ext cx="133346" cy="12801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24261" y="11525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4261" y="11525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9054" y="1152524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Information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4261" y="1495424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4261" y="1495424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Restaurant name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00459" y="1616202"/>
            <a:ext cx="133346" cy="10134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524261" y="192404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4261" y="192404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Select type (Restaurant/Cafe/Fast Food)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00459" y="2036826"/>
            <a:ext cx="133346" cy="11734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524261" y="235267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4261" y="235267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Physical address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00459" y="2465450"/>
            <a:ext cx="133346" cy="11734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524261" y="2781300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4261" y="2781300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Contact phone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00459" y="2899409"/>
            <a:ext cx="133346" cy="10668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524261" y="320992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4381069" y="33531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4261" y="320992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Upload logo (optional)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19509" y="3328034"/>
            <a:ext cx="133346" cy="10668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00819" y="11525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00819" y="11525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5612" y="1152524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Restaurant Type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00819" y="1495424"/>
            <a:ext cx="1562060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0819" y="1495424"/>
            <a:ext cx="15620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Fine Dining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10504" y="1495424"/>
            <a:ext cx="1562060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10504" y="1495424"/>
            <a:ext cx="15620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Casual Dining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00819" y="1838324"/>
            <a:ext cx="1562060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0819" y="1838324"/>
            <a:ext cx="15620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Fast Food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10504" y="1838324"/>
            <a:ext cx="1562060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10504" y="1838324"/>
            <a:ext cx="15620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Cafe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00819" y="2181225"/>
            <a:ext cx="1562060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00819" y="2181225"/>
            <a:ext cx="15620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Takeaway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10504" y="2181225"/>
            <a:ext cx="1562060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10504" y="2181225"/>
            <a:ext cx="156206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Cloud Kitchen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00819" y="2581275"/>
            <a:ext cx="3171745" cy="666750"/>
          </a:xfrm>
          <a:prstGeom prst="roundRect">
            <a:avLst>
              <a:gd name="adj" fmla="val 1142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 rot="16200000">
            <a:off x="7900464" y="2881630"/>
            <a:ext cx="66675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96067" y="265747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Configure: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96067" y="2847974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Number of tables/capacity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96067" y="3019424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Floor plan layout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2957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First-Time Setup (Steps 3-6)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2.2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11525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20" y="1152524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Currency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495424"/>
            <a:ext cx="2466913" cy="914400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433048" y="1919604"/>
            <a:ext cx="9144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019249" y="1673941"/>
            <a:ext cx="171445" cy="1382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575" y="1914525"/>
            <a:ext cx="22192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Primary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75" y="2143125"/>
            <a:ext cx="22192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USD or ZWL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0339" y="1495424"/>
            <a:ext cx="2466913" cy="91440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976159" y="1919604"/>
            <a:ext cx="9144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52836" y="1679472"/>
            <a:ext cx="171445" cy="1272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33686" y="1914525"/>
            <a:ext cx="22192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Pricing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3686" y="2143125"/>
            <a:ext cx="22192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Default settings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35814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481664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28" y="3733799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28" y="3733799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2020" y="3733799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Restaurant Settings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4076699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7228" y="4076699"/>
            <a:ext cx="24669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Table management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4178427"/>
            <a:ext cx="133346" cy="10134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400339" y="4076699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0339" y="4076699"/>
            <a:ext cx="24669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Kitchen Display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457488" y="4175760"/>
            <a:ext cx="133346" cy="10668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57228" y="4457700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7228" y="4457700"/>
            <a:ext cx="24669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Service charge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4377" y="4551425"/>
            <a:ext cx="133346" cy="11734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3400339" y="4457700"/>
            <a:ext cx="2466913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0339" y="4457700"/>
            <a:ext cx="24669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Tip options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457488" y="4551425"/>
            <a:ext cx="133346" cy="11734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57228" y="4838699"/>
            <a:ext cx="5010024" cy="3048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737848" y="4958079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228" y="4838699"/>
            <a:ext cx="501002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Online ordering configuration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33426" y="4932426"/>
            <a:ext cx="133346" cy="11734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172045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02364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62540" y="11525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2540" y="11525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7333" y="1152524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User Accounts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2540" y="1495424"/>
            <a:ext cx="50100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Create staff accounts &amp; assign roles: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2540" y="1762125"/>
            <a:ext cx="2466913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6224110" y="19005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57788" y="1838324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05652" y="1762125"/>
            <a:ext cx="2466913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8767222" y="19005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0899" y="1838324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Waiter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62540" y="2181225"/>
            <a:ext cx="2466913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6224110" y="23196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57788" y="2257425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Chef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05652" y="2181225"/>
            <a:ext cx="2466913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8767222" y="23196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0899" y="2257425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045" y="35814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 Same Side Corner Rectangle 62"/>
          <p:cNvSpPr/>
          <p:nvPr/>
        </p:nvSpPr>
        <p:spPr>
          <a:xfrm rot="16200000">
            <a:off x="5023648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62540" y="3733799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2540" y="3733799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7333" y="3733799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Setup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4135386"/>
            <a:ext cx="171445" cy="14932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610184" y="4114800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Review all settings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62540" y="4419600"/>
            <a:ext cx="5010024" cy="428625"/>
          </a:xfrm>
          <a:prstGeom prst="roundRect">
            <a:avLst>
              <a:gd name="adj" fmla="val 3555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 Same Side Corner Rectangle 69"/>
          <p:cNvSpPr/>
          <p:nvPr/>
        </p:nvSpPr>
        <p:spPr>
          <a:xfrm rot="16200000">
            <a:off x="6181248" y="4600892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5887" y="4533900"/>
            <a:ext cx="476238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"Go to Dashboard"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95887" y="4581334"/>
            <a:ext cx="133346" cy="114681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9051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36099"/>
            <a:ext cx="171445" cy="995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1239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Top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Business Name/Logo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654302"/>
            <a:ext cx="133346" cy="10134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90815" y="1533525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0815" y="1533525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Date/Time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67013" y="1646301"/>
            <a:ext cx="133346" cy="11734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57228" y="1962149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1962149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Notifications Bell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2076259"/>
            <a:ext cx="133346" cy="11468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390815" y="1962149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90815" y="1962149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User Profile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67013" y="2074926"/>
            <a:ext cx="133346" cy="1173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57228" y="2390774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" y="2390774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Branch Selector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2508884"/>
            <a:ext cx="133346" cy="1066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81590" y="1216741"/>
            <a:ext cx="171445" cy="13826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29234" y="1171575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Stats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590" y="1533525"/>
            <a:ext cx="1609684" cy="57150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128860" y="17862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6838" y="1609724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$2,450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1876424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Today's Sales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7473" y="1533525"/>
            <a:ext cx="1609684" cy="57150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7814743" y="17862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2720" y="1609724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12/20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2720" y="1876424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Tables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62880" y="1533525"/>
            <a:ext cx="1609684" cy="57150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9510150" y="17862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58128" y="1609724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8128" y="1876424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Pending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1590" y="2181225"/>
            <a:ext cx="1609684" cy="57150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6128860" y="24339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6838" y="2257425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6838" y="2524125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Avg Ticket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67473" y="2181225"/>
            <a:ext cx="1609684" cy="57150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7814743" y="24339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62720" y="2257425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62720" y="2524125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Reservations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2880" y="2181225"/>
            <a:ext cx="1609684" cy="57150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9510150" y="24339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58128" y="2257425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58128" y="2524125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Staff 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75275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Dashboard Sections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3.1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68853"/>
            <a:ext cx="152396" cy="1197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1133475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Floor Plan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1419225"/>
            <a:ext cx="50862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Color-coded tables: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1647825"/>
            <a:ext cx="1657308" cy="2666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718800" y="17481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29" y="1647825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Green: Available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3586" y="1647825"/>
            <a:ext cx="1657308" cy="266699"/>
          </a:xfrm>
          <a:prstGeom prst="roundRect">
            <a:avLst>
              <a:gd name="adj" fmla="val 28571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433257" y="17481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3586" y="1647825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Yellow: Occupied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8043" y="1647825"/>
            <a:ext cx="1657308" cy="2666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4147714" y="174815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8043" y="1647825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Blue: Reserved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129" y="1971675"/>
            <a:ext cx="1657308" cy="266699"/>
          </a:xfrm>
          <a:prstGeom prst="roundRect">
            <a:avLst>
              <a:gd name="adj" fmla="val 2857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18800" y="207200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129" y="1971675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Red: Needs attention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33586" y="1971675"/>
            <a:ext cx="1657308" cy="266699"/>
          </a:xfrm>
          <a:prstGeom prst="roundRect">
            <a:avLst>
              <a:gd name="adj" fmla="val 2857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2433257" y="2072004"/>
            <a:ext cx="266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3586" y="1971675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Gray: Closed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-481664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712028"/>
            <a:ext cx="152396" cy="11974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9624" y="3676649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Order Queue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017645"/>
            <a:ext cx="133346" cy="8001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0575" y="3981449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Recent orders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265295"/>
            <a:ext cx="133346" cy="8001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90575" y="4229100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Orders by status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512945"/>
            <a:ext cx="133346" cy="8001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0575" y="4476750"/>
            <a:ext cx="9143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Ready for pickup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045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02364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24441" y="1163410"/>
            <a:ext cx="152396" cy="13062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14937" y="1133475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Actions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4441" y="14192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4441" y="14192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New Order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38899" y="14192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8899" y="14192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Reservation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53356" y="14192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53356" y="14192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Tables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24441" y="17621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4441" y="17621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Menu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38899" y="1762125"/>
            <a:ext cx="3371765" cy="28575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38899" y="1762125"/>
            <a:ext cx="337176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End of Day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72045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023648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24441" y="3706585"/>
            <a:ext cx="152396" cy="1306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514937" y="3676649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Alerts &amp; Notifications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24441" y="3962399"/>
            <a:ext cx="5086222" cy="276225"/>
          </a:xfrm>
          <a:prstGeom prst="roundRect">
            <a:avLst>
              <a:gd name="adj" fmla="val 2758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6219349" y="4067491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4441" y="3962399"/>
            <a:ext cx="508622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Low stock alerts (ingredients)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00639" y="4055918"/>
            <a:ext cx="114297" cy="98713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6324441" y="4295774"/>
            <a:ext cx="5086222" cy="276225"/>
          </a:xfrm>
          <a:prstGeom prst="roundRect">
            <a:avLst>
              <a:gd name="adj" fmla="val 2758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6219349" y="4400866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4441" y="4295774"/>
            <a:ext cx="508622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Reservation reminders 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00639" y="4378469"/>
            <a:ext cx="114297" cy="101311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6324441" y="4619625"/>
            <a:ext cx="5086222" cy="276225"/>
          </a:xfrm>
          <a:prstGeom prst="roundRect">
            <a:avLst>
              <a:gd name="adj" fmla="val 2758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6219349" y="4724717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4441" y="4619625"/>
            <a:ext cx="508622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Table waiting time alerts 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00639" y="4713143"/>
            <a:ext cx="114297" cy="98713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6324441" y="4952999"/>
            <a:ext cx="5086222" cy="276225"/>
          </a:xfrm>
          <a:prstGeom prst="roundRect">
            <a:avLst>
              <a:gd name="adj" fmla="val 2758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6219349" y="5058091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4441" y="4952999"/>
            <a:ext cx="508622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shift reminders 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00639" y="5046518"/>
            <a:ext cx="114297" cy="98713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56226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Table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1524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Floor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1533525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"Tables"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sidebar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002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002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1800225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interactive floor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105024"/>
            <a:ext cx="4990975" cy="876299"/>
          </a:xfrm>
          <a:prstGeom prst="roundRect">
            <a:avLst>
              <a:gd name="adj" fmla="val 8695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452099" y="2510153"/>
            <a:ext cx="876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476" y="218122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Each table shows: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2371725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Table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1290" y="2371725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Number of seats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2562224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Current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1290" y="2562224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Server assigned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" y="275272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Time occupied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1121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29234" y="117157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Table Statuses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1590" y="1533525"/>
            <a:ext cx="2457388" cy="4572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186010" y="17291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6838" y="160972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Available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838" y="17621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Ready for guests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177" y="1533525"/>
            <a:ext cx="2457388" cy="457200"/>
          </a:xfrm>
          <a:prstGeom prst="roundRect">
            <a:avLst>
              <a:gd name="adj" fmla="val 16666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8719597" y="17291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0424" y="160972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Occupied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0424" y="17621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Guests seated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590" y="2066924"/>
            <a:ext cx="2457388" cy="457200"/>
          </a:xfrm>
          <a:prstGeom prst="roundRect">
            <a:avLst>
              <a:gd name="adj" fmla="val 1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6186010" y="22625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6838" y="21431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Reserved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6838" y="22955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Booked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15177" y="2066924"/>
            <a:ext cx="2457388" cy="457200"/>
          </a:xfrm>
          <a:prstGeom prst="roundRect">
            <a:avLst>
              <a:gd name="adj" fmla="val 1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8719597" y="22625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10424" y="21431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Waiting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0424" y="22955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Guests waiting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1590" y="2600325"/>
            <a:ext cx="2457388" cy="457200"/>
          </a:xfrm>
          <a:prstGeom prst="roundRect">
            <a:avLst>
              <a:gd name="adj" fmla="val 16666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186010" y="27959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6838" y="267652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Cleaning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838" y="28289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Being cleaned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15177" y="2600325"/>
            <a:ext cx="2457388" cy="457200"/>
          </a:xfrm>
          <a:prstGeom prst="roundRect">
            <a:avLst>
              <a:gd name="adj" fmla="val 1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8719597" y="27959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10424" y="2676524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Closed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10424" y="28289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Unavailable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81590" y="3171825"/>
            <a:ext cx="4990975" cy="314325"/>
          </a:xfrm>
          <a:prstGeom prst="roundRect">
            <a:avLst>
              <a:gd name="adj" fmla="val 2424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6257448" y="3295967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76838" y="3248024"/>
            <a:ext cx="481952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table → Select status → Add notes → Update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3264910"/>
            <a:ext cx="114297" cy="137679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481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Taking an Order - Steps 1-3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19" y="1171575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571625"/>
            <a:ext cx="304792" cy="40005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670957"/>
            <a:ext cx="152396" cy="1823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1571625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table in floor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085975"/>
            <a:ext cx="304792" cy="40005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211160"/>
            <a:ext cx="152396" cy="1306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38219" y="208597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"New Order"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4261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4261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5252" y="1171575"/>
            <a:ext cx="9715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Guests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4261" y="1571625"/>
            <a:ext cx="3171745" cy="647699"/>
          </a:xfrm>
          <a:prstGeom prst="roundRect">
            <a:avLst>
              <a:gd name="adj" fmla="val 1176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4233432" y="1862454"/>
            <a:ext cx="647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57608" y="1751239"/>
            <a:ext cx="152396" cy="979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48103" y="1704975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Number of guests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7608" y="1952624"/>
            <a:ext cx="29241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count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4261" y="2333624"/>
            <a:ext cx="3171745" cy="647699"/>
          </a:xfrm>
          <a:prstGeom prst="roundRect">
            <a:avLst>
              <a:gd name="adj" fmla="val 1176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4233432" y="2624453"/>
            <a:ext cx="647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57608" y="2496910"/>
            <a:ext cx="152396" cy="1306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48103" y="2466975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Guest names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7608" y="2714625"/>
            <a:ext cx="29241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Optional - personalized service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00819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0819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1810" y="1171575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Items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00819" y="1623332"/>
            <a:ext cx="152396" cy="1251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429414" y="159067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Browse menu by categories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00819" y="1899557"/>
            <a:ext cx="152396" cy="18233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29414" y="1895474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items to add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00819" y="2181225"/>
            <a:ext cx="3171745" cy="495299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7986190" y="2395854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6067" y="22574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Modifiers: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6067" y="2447924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Well done, no onions, etc.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00819" y="27527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8081439" y="28721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6067" y="28289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Quantity: Use +/- buttons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15289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Taking an Order - Steps 4-6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19" y="1171575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Send to Kitchen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571625"/>
            <a:ext cx="304792" cy="40005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710417"/>
            <a:ext cx="152396" cy="1034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1571625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Review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085975"/>
            <a:ext cx="304792" cy="40005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216603"/>
            <a:ext cx="152396" cy="11974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38219" y="2085975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"Send to Kitchen"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600325"/>
            <a:ext cx="3171745" cy="476249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652124" y="2805429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2788103"/>
            <a:ext cx="152396" cy="1197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9169" y="2752725"/>
            <a:ext cx="103819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Appears on KDS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28" y="3190874"/>
            <a:ext cx="3171745" cy="476249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652124" y="3395978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3355521"/>
            <a:ext cx="152396" cy="14695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19169" y="3343275"/>
            <a:ext cx="1371565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Status →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"Preparing"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24261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4261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5252" y="1171575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More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4261" y="1571625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While table occupied: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4261" y="1876424"/>
            <a:ext cx="3171745" cy="476249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4319157" y="2081528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57608" y="2058760"/>
            <a:ext cx="152396" cy="1306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95727" y="2028825"/>
            <a:ext cx="113344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"Add Items"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4261" y="2466975"/>
            <a:ext cx="3171745" cy="419100"/>
          </a:xfrm>
          <a:prstGeom prst="roundRect">
            <a:avLst>
              <a:gd name="adj" fmla="val 1818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4347731" y="2643505"/>
            <a:ext cx="419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57608" y="2581275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New items sent to kitchen separately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00819" y="1152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0819" y="1152524"/>
            <a:ext cx="30479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81810" y="1171575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Order 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00819" y="1571625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77018" y="16859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67513" y="1647825"/>
            <a:ext cx="8858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Gray: Ordered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00819" y="199072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8062389" y="2129154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96067" y="210502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86562" y="2066924"/>
            <a:ext cx="10953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Yellow: Preparing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00819" y="2409825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8062389" y="25482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96067" y="25241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86562" y="2486025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Green: Ready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00819" y="2828925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8062389" y="2967355"/>
            <a:ext cx="3429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96067" y="29432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86562" y="2905124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Blue: Served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68628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Modifiers, Courses &amp; Split Bills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53396" y="247649"/>
            <a:ext cx="137156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3396" y="24764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4.3 - 4.5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77017"/>
            <a:ext cx="152396" cy="1034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1133475"/>
            <a:ext cx="6286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Modifiers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419225"/>
            <a:ext cx="3247943" cy="276225"/>
          </a:xfrm>
          <a:prstGeom prst="roundRect">
            <a:avLst>
              <a:gd name="adj" fmla="val 2758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14037" y="1524317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29" y="1419225"/>
            <a:ext cx="324794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Cooking: Rare, medium, well done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1510145"/>
            <a:ext cx="114297" cy="10390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9129" y="1752599"/>
            <a:ext cx="3247943" cy="276225"/>
          </a:xfrm>
          <a:prstGeom prst="roundRect">
            <a:avLst>
              <a:gd name="adj" fmla="val 2758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14037" y="1857691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129" y="1752599"/>
            <a:ext cx="324794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Dietary: Gluten-free, vegetarian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1836593"/>
            <a:ext cx="114297" cy="9871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19129" y="2076449"/>
            <a:ext cx="3247943" cy="276225"/>
          </a:xfrm>
          <a:prstGeom prst="roundRect">
            <a:avLst>
              <a:gd name="adj" fmla="val 2758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14037" y="2181541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29" y="2076449"/>
            <a:ext cx="324794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Allergen information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2171267"/>
            <a:ext cx="114297" cy="9611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19129" y="2409825"/>
            <a:ext cx="3247943" cy="276225"/>
          </a:xfrm>
          <a:prstGeom prst="roundRect">
            <a:avLst>
              <a:gd name="adj" fmla="val 2758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714037" y="2514917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129" y="2409825"/>
            <a:ext cx="324794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Extra ingredients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2503343"/>
            <a:ext cx="114297" cy="9871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86162" y="1163410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76658" y="1133475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Course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6162" y="1419225"/>
            <a:ext cx="1600159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6162" y="1419225"/>
            <a:ext cx="1600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Starter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3471" y="1419225"/>
            <a:ext cx="1600159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3471" y="1419225"/>
            <a:ext cx="1600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6162" y="1762125"/>
            <a:ext cx="1600159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6162" y="1762125"/>
            <a:ext cx="1600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Dessert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3471" y="1762125"/>
            <a:ext cx="1600159" cy="28575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3471" y="1762125"/>
            <a:ext cx="160015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Drinks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6162" y="2124075"/>
            <a:ext cx="3247943" cy="314325"/>
          </a:xfrm>
          <a:prstGeom prst="roundRect">
            <a:avLst>
              <a:gd name="adj" fmla="val 242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4362020" y="2248217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6162" y="2124075"/>
            <a:ext cx="324794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Kitchen receives items by timing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81410" y="2236643"/>
            <a:ext cx="114297" cy="98713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62720" y="1163410"/>
            <a:ext cx="152396" cy="1306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53216" y="1133475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Split Bills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62720" y="1419225"/>
            <a:ext cx="3247943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8038578" y="1543367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2720" y="1419225"/>
            <a:ext cx="324794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Split by Item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- Assign to guests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57968" y="1549977"/>
            <a:ext cx="114297" cy="62345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8162720" y="1790700"/>
            <a:ext cx="3247943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8038578" y="1914842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62720" y="1790700"/>
            <a:ext cx="324794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Split by Amount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- Enter amounts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57968" y="1898938"/>
            <a:ext cx="114297" cy="8832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8162720" y="2152650"/>
            <a:ext cx="3247943" cy="314325"/>
          </a:xfrm>
          <a:prstGeom prst="roundRect">
            <a:avLst>
              <a:gd name="adj" fmla="val 24242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8038578" y="2276792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62720" y="2152650"/>
            <a:ext cx="324794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Split Equally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- Divide total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57968" y="2267815"/>
            <a:ext cx="114297" cy="93518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8162720" y="2524125"/>
            <a:ext cx="3247943" cy="314325"/>
          </a:xfrm>
          <a:prstGeom prst="roundRect">
            <a:avLst>
              <a:gd name="adj" fmla="val 2424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8038578" y="2648267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62720" y="2524125"/>
            <a:ext cx="324794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Combine Tables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- One bill 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57968" y="2639290"/>
            <a:ext cx="114297" cy="93518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80990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Processing Payment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481664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163410"/>
            <a:ext cx="152396" cy="1306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9624" y="1133475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Bill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419225"/>
            <a:ext cx="2524061" cy="28575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29" y="1419225"/>
            <a:ext cx="25240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Review items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6278" y="1511011"/>
            <a:ext cx="114297" cy="8312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81290" y="1419225"/>
            <a:ext cx="2524061" cy="28575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1290" y="1419225"/>
            <a:ext cx="25240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Apply discounts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38439" y="1503218"/>
            <a:ext cx="114297" cy="9871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19129" y="1781174"/>
            <a:ext cx="5086222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699749" y="190055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77" y="1857375"/>
            <a:ext cx="49147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Discounts: Percentage, Fixed, Staff meal, Manager's comp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481664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3706585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9624" y="3676649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Tip/Service Charge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129" y="3962399"/>
            <a:ext cx="2505012" cy="361950"/>
          </a:xfrm>
          <a:prstGeom prst="roundRect">
            <a:avLst>
              <a:gd name="adj" fmla="val 21052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4852" y="4048124"/>
            <a:ext cx="23335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Percentage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0339" y="3962399"/>
            <a:ext cx="2505012" cy="361950"/>
          </a:xfrm>
          <a:prstGeom prst="roundRect">
            <a:avLst>
              <a:gd name="adj" fmla="val 21052"/>
            </a:avLst>
          </a:prstGeom>
          <a:solidFill>
            <a:srgbClr val="FFF7ED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86062" y="4048124"/>
            <a:ext cx="23335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Fixed Amount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045" y="1000125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02364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24441" y="1171575"/>
            <a:ext cx="152396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14937" y="113347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Payment Methods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4441" y="14192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4441" y="14192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8899" y="14192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38899" y="14192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3356" y="14192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3356" y="14192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4441" y="17621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4441" y="17621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ZimSwitch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38899" y="17621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38899" y="17621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53356" y="1762125"/>
            <a:ext cx="1657308" cy="28575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53356" y="1762125"/>
            <a:ext cx="16573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Transfer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4441" y="2124075"/>
            <a:ext cx="5086222" cy="276225"/>
          </a:xfrm>
          <a:prstGeom prst="roundRect">
            <a:avLst>
              <a:gd name="adj" fmla="val 2758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6219349" y="2229167"/>
            <a:ext cx="2762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4441" y="2124075"/>
            <a:ext cx="508622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Split payment (multiple methods)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00639" y="2222788"/>
            <a:ext cx="114297" cy="8832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172045" y="3543300"/>
            <a:ext cx="53529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023648" y="46916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24441" y="3706585"/>
            <a:ext cx="152396" cy="1306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514937" y="3676649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&amp; Receipt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24441" y="3962399"/>
            <a:ext cx="5086222" cy="314325"/>
          </a:xfrm>
          <a:prstGeom prst="roundRect">
            <a:avLst>
              <a:gd name="adj" fmla="val 2424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6200299" y="4086541"/>
            <a:ext cx="3143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4441" y="3962399"/>
            <a:ext cx="508622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Table status →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"Cleaning"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9689" y="4069772"/>
            <a:ext cx="114297" cy="109104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6324441" y="4352924"/>
            <a:ext cx="2524061" cy="457200"/>
          </a:xfrm>
          <a:prstGeom prst="roundRect">
            <a:avLst>
              <a:gd name="adj" fmla="val 1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524561" y="4439515"/>
            <a:ext cx="114297" cy="9351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381590" y="4600575"/>
            <a:ext cx="24097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86602" y="4352924"/>
            <a:ext cx="2524061" cy="457200"/>
          </a:xfrm>
          <a:prstGeom prst="roundRect">
            <a:avLst>
              <a:gd name="adj" fmla="val 1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0096247" y="4436918"/>
            <a:ext cx="114297" cy="9871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943751" y="4600575"/>
            <a:ext cx="24097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24441" y="4848225"/>
            <a:ext cx="2524061" cy="457200"/>
          </a:xfrm>
          <a:prstGeom prst="roundRect">
            <a:avLst>
              <a:gd name="adj" fmla="val 1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524561" y="4937413"/>
            <a:ext cx="114297" cy="8832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381590" y="5095874"/>
            <a:ext cx="24097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86602" y="4848225"/>
            <a:ext cx="2524061" cy="457200"/>
          </a:xfrm>
          <a:prstGeom prst="roundRect">
            <a:avLst>
              <a:gd name="adj" fmla="val 1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10096247" y="4932218"/>
            <a:ext cx="114297" cy="9871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943751" y="5095874"/>
            <a:ext cx="24097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50000">
              <a:srgbClr val="FEE2E2"/>
            </a:gs>
            <a:gs pos="100000">
              <a:srgbClr val="FFF7ED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22909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Takeaway &amp; Delivery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2920" y="247649"/>
            <a:ext cx="1362040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2920" y="24764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4.7 - 4.8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046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1152524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Takeaway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33525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"Takeaway"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POS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573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573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20" y="1857375"/>
            <a:ext cx="19049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customer name &amp; 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1812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1812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20" y="2181225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items to 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228" y="25050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5050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2020" y="2505074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pickup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28289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" y="28289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2020" y="2828925"/>
            <a:ext cx="25335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Place Order → Generates order number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28" y="3171825"/>
            <a:ext cx="4990975" cy="676274"/>
          </a:xfrm>
          <a:prstGeom prst="roundRect">
            <a:avLst>
              <a:gd name="adj" fmla="val 22535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52111" y="3476942"/>
            <a:ext cx="67627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575" y="3286125"/>
            <a:ext cx="47433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1104"/>
              <a:t>  </a:t>
            </a: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Payment Options: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3340227"/>
            <a:ext cx="133346" cy="10134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90575" y="3524250"/>
            <a:ext cx="962000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575" y="3524250"/>
            <a:ext cx="96200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Pre-pay online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28774" y="3524250"/>
            <a:ext cx="1095347" cy="209550"/>
          </a:xfrm>
          <a:prstGeom prst="roundRect">
            <a:avLst>
              <a:gd name="adj" fmla="val 36363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8774" y="3524250"/>
            <a:ext cx="10953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Inter"/>
                <a:rFonts ascii="Inter" hAnsi="Inter" eastAsia="Inter" cs="Inter"/>
              </a:rPr>
              <a:t>Pay on collection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7228" y="3924299"/>
            <a:ext cx="4990975" cy="352424"/>
          </a:xfrm>
          <a:prstGeom prst="roundRect">
            <a:avLst>
              <a:gd name="adj" fmla="val 4324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714036" y="406749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476" y="4000500"/>
            <a:ext cx="481952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Mark Ready → SMS/WhatsApp to customer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2476" y="4047934"/>
            <a:ext cx="133346" cy="11468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1224242"/>
            <a:ext cx="190495" cy="1232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48283" y="1152524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Delivery Orders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1590" y="1533525"/>
            <a:ext cx="4990975" cy="647699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6090761" y="1824354"/>
            <a:ext cx="647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1695449"/>
            <a:ext cx="152396" cy="13334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05432" y="1666874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Delivery App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4937" y="1914525"/>
            <a:ext cx="47433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Orders auto-import to system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81590" y="2295525"/>
            <a:ext cx="4990975" cy="1714500"/>
          </a:xfrm>
          <a:prstGeom prst="roundRect">
            <a:avLst>
              <a:gd name="adj" fmla="val 8888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57360" y="3119755"/>
            <a:ext cx="1714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466975"/>
            <a:ext cx="152396" cy="1143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05432" y="2428875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In-House Delivery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2769870"/>
            <a:ext cx="133346" cy="8001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86382" y="2733674"/>
            <a:ext cx="7143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Assign driver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017520"/>
            <a:ext cx="133346" cy="8001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686382" y="2981325"/>
            <a:ext cx="120964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delivery address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265170"/>
            <a:ext cx="133346" cy="8001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686382" y="3228975"/>
            <a:ext cx="88580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delivery fee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512820"/>
            <a:ext cx="133346" cy="8001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686382" y="3476624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 payment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3760470"/>
            <a:ext cx="133346" cy="8001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86382" y="3724274"/>
            <a:ext cx="10096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driver status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DC2626"/>
              </a:gs>
              <a:gs pos="50000">
                <a:srgbClr val="EA580C"/>
              </a:gs>
              <a:gs pos="100000">
                <a:srgbClr val="DC262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